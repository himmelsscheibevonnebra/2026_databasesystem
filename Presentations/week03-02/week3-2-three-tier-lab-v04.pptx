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9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47b9e6e7a64770" /><Relationship Type="http://schemas.openxmlformats.org/officeDocument/2006/relationships/extended-properties" Target="/docProps/app.xml" Id="R6c5bf6aaf5154067" /><Relationship Type="http://schemas.openxmlformats.org/officeDocument/2006/relationships/officeDocument" Target="/ppt/presentation.xml" Id="R5855189345b3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977b83226f4dc5"/>
    <p:sldMasterId xmlns:r="http://schemas.openxmlformats.org/officeDocument/2006/relationships" id="2147483650" r:id="Rf48ef0341ef14cfd"/>
    <p:sldMasterId xmlns:r="http://schemas.openxmlformats.org/officeDocument/2006/relationships" id="2147483652" r:id="R2bf1cf6222654ae3"/>
    <p:sldMasterId xmlns:r="http://schemas.openxmlformats.org/officeDocument/2006/relationships" id="2147483655" r:id="R62812b54a8b94725"/>
    <p:sldMasterId xmlns:r="http://schemas.openxmlformats.org/officeDocument/2006/relationships" id="2147483658" r:id="R92377732c0bc4fc6"/>
    <p:sldMasterId xmlns:r="http://schemas.openxmlformats.org/officeDocument/2006/relationships" id="2147483661" r:id="Rd1ad4bbf7b7f450c"/>
    <p:sldMasterId xmlns:r="http://schemas.openxmlformats.org/officeDocument/2006/relationships" id="2147483664" r:id="R1431b83498294768"/>
  </p:sldMasterIdLst>
  <p:notesMasterIdLst>
    <p:notesMasterId xmlns:r="http://schemas.openxmlformats.org/officeDocument/2006/relationships" r:id="Rc09d00885ecc47c9"/>
  </p:notesMasterIdLst>
  <p:sldIdLst>
    <p:sldId xmlns:r="http://schemas.openxmlformats.org/officeDocument/2006/relationships" id="256" r:id="Rc5a91469827b4c53"/>
    <p:sldId xmlns:r="http://schemas.openxmlformats.org/officeDocument/2006/relationships" id="257" r:id="R089cbb9a12e644d9"/>
    <p:sldId xmlns:r="http://schemas.openxmlformats.org/officeDocument/2006/relationships" id="258" r:id="R223f43c4f5854aa5"/>
    <p:sldId xmlns:r="http://schemas.openxmlformats.org/officeDocument/2006/relationships" id="259" r:id="R87623c059acc4c03"/>
    <p:sldId xmlns:r="http://schemas.openxmlformats.org/officeDocument/2006/relationships" id="260" r:id="R7fb1a42735b7494b"/>
    <p:sldId xmlns:r="http://schemas.openxmlformats.org/officeDocument/2006/relationships" id="261" r:id="Ra43996eb94f84acb"/>
    <p:sldId xmlns:r="http://schemas.openxmlformats.org/officeDocument/2006/relationships" id="262" r:id="R5b41f019b75446b4"/>
    <p:sldId xmlns:r="http://schemas.openxmlformats.org/officeDocument/2006/relationships" id="263" r:id="R492b54975ca54f94"/>
    <p:sldId xmlns:r="http://schemas.openxmlformats.org/officeDocument/2006/relationships" id="264" r:id="Rf741e72b46184539"/>
    <p:sldId xmlns:r="http://schemas.openxmlformats.org/officeDocument/2006/relationships" id="265" r:id="R6f7fd6254355409e"/>
    <p:sldId xmlns:r="http://schemas.openxmlformats.org/officeDocument/2006/relationships" id="266" r:id="R485e9e5a094b4b26"/>
    <p:sldId xmlns:r="http://schemas.openxmlformats.org/officeDocument/2006/relationships" id="267" r:id="R3227e67d8cc74bf3"/>
    <p:sldId xmlns:r="http://schemas.openxmlformats.org/officeDocument/2006/relationships" id="268" r:id="R101122dba6ab4697"/>
    <p:sldId xmlns:r="http://schemas.openxmlformats.org/officeDocument/2006/relationships" id="269" r:id="R0f82bb9a220a477c"/>
    <p:sldId xmlns:r="http://schemas.openxmlformats.org/officeDocument/2006/relationships" id="270" r:id="Rb237f7792c6c480d"/>
    <p:sldId xmlns:r="http://schemas.openxmlformats.org/officeDocument/2006/relationships" id="271" r:id="Re22890054d9943f6"/>
    <p:sldId xmlns:r="http://schemas.openxmlformats.org/officeDocument/2006/relationships" id="272" r:id="Rfb3d14354cc84ad0"/>
    <p:sldId xmlns:r="http://schemas.openxmlformats.org/officeDocument/2006/relationships" id="273" r:id="R83407af8b12f4a28"/>
    <p:sldId xmlns:r="http://schemas.openxmlformats.org/officeDocument/2006/relationships" id="274" r:id="Raa54d0e70b2d418d"/>
    <p:sldId xmlns:r="http://schemas.openxmlformats.org/officeDocument/2006/relationships" id="275" r:id="R7b7b6317930047ea"/>
    <p:sldId xmlns:r="http://schemas.openxmlformats.org/officeDocument/2006/relationships" id="276" r:id="R1d6c985669d34aab"/>
    <p:sldId xmlns:r="http://schemas.openxmlformats.org/officeDocument/2006/relationships" id="277" r:id="R028adb574d1842d0"/>
    <p:sldId xmlns:r="http://schemas.openxmlformats.org/officeDocument/2006/relationships" id="278" r:id="R7b4280eaf5e14fd9"/>
    <p:sldId xmlns:r="http://schemas.openxmlformats.org/officeDocument/2006/relationships" id="279" r:id="R7a3d330239224e6e"/>
    <p:sldId xmlns:r="http://schemas.openxmlformats.org/officeDocument/2006/relationships" id="280" r:id="Rd56f0dc3312a4058"/>
    <p:sldId xmlns:r="http://schemas.openxmlformats.org/officeDocument/2006/relationships" id="281" r:id="R2a3e7f2f5275489c"/>
    <p:sldId xmlns:r="http://schemas.openxmlformats.org/officeDocument/2006/relationships" id="282" r:id="R2563fd28a93e4506"/>
    <p:sldId xmlns:r="http://schemas.openxmlformats.org/officeDocument/2006/relationships" id="283" r:id="Re3fab7b708794281"/>
    <p:sldId xmlns:r="http://schemas.openxmlformats.org/officeDocument/2006/relationships" id="284" r:id="R726628c1205f429e"/>
    <p:sldId xmlns:r="http://schemas.openxmlformats.org/officeDocument/2006/relationships" id="285" r:id="R17c049e29cce4a39"/>
    <p:sldId xmlns:r="http://schemas.openxmlformats.org/officeDocument/2006/relationships" id="286" r:id="Rdfeed1fe06054811"/>
    <p:sldId xmlns:r="http://schemas.openxmlformats.org/officeDocument/2006/relationships" id="287" r:id="R6113b205a8fe4a13"/>
    <p:sldId xmlns:r="http://schemas.openxmlformats.org/officeDocument/2006/relationships" id="288" r:id="Rc3ae15f8eeb74f4d"/>
    <p:sldId xmlns:r="http://schemas.openxmlformats.org/officeDocument/2006/relationships" id="289" r:id="R13b95e9d2a504a47"/>
    <p:sldId xmlns:r="http://schemas.openxmlformats.org/officeDocument/2006/relationships" id="290" r:id="R30182d863d55428f"/>
    <p:sldId xmlns:r="http://schemas.openxmlformats.org/officeDocument/2006/relationships" id="291" r:id="R3c82fa4b63554c00"/>
    <p:sldId xmlns:r="http://schemas.openxmlformats.org/officeDocument/2006/relationships" id="292" r:id="R1de7fcf4f6c94202"/>
    <p:sldId xmlns:r="http://schemas.openxmlformats.org/officeDocument/2006/relationships" id="293" r:id="R6607d3f2fe7645d7"/>
    <p:sldId xmlns:r="http://schemas.openxmlformats.org/officeDocument/2006/relationships" id="294" r:id="Rad533def3617472b"/>
    <p:sldId xmlns:r="http://schemas.openxmlformats.org/officeDocument/2006/relationships" id="295" r:id="Re5702c810e984407"/>
    <p:sldId xmlns:r="http://schemas.openxmlformats.org/officeDocument/2006/relationships" id="296" r:id="R0efe5ee23bf641c8"/>
    <p:sldId xmlns:r="http://schemas.openxmlformats.org/officeDocument/2006/relationships" id="297" r:id="R60badf09637d4879"/>
    <p:sldId xmlns:r="http://schemas.openxmlformats.org/officeDocument/2006/relationships" id="298" r:id="R1135f5f29be54cda"/>
    <p:sldId xmlns:r="http://schemas.openxmlformats.org/officeDocument/2006/relationships" id="299" r:id="Rb868b75c282b4229"/>
    <p:sldId xmlns:r="http://schemas.openxmlformats.org/officeDocument/2006/relationships" id="300" r:id="R2d9f24908c854966"/>
  </p:sldIdLst>
  <p:sldSz cx="10080000" cy="567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51e7dc6a914ca5" /><Relationship Type="http://schemas.openxmlformats.org/officeDocument/2006/relationships/slideMaster" Target="/ppt/slideMasters/slideMaster1.xml" Id="R2c977b83226f4dc5" /><Relationship Type="http://schemas.openxmlformats.org/officeDocument/2006/relationships/slideMaster" Target="/ppt/slideMasters/slideMaster2.xml" Id="Rf48ef0341ef14cfd" /><Relationship Type="http://schemas.openxmlformats.org/officeDocument/2006/relationships/slideMaster" Target="/ppt/slideMasters/slideMaster3.xml" Id="R2bf1cf6222654ae3" /><Relationship Type="http://schemas.openxmlformats.org/officeDocument/2006/relationships/slideMaster" Target="/ppt/slideMasters/slideMaster4.xml" Id="R62812b54a8b94725" /><Relationship Type="http://schemas.openxmlformats.org/officeDocument/2006/relationships/slideMaster" Target="/ppt/slideMasters/slideMaster5.xml" Id="R92377732c0bc4fc6" /><Relationship Type="http://schemas.openxmlformats.org/officeDocument/2006/relationships/slideMaster" Target="/ppt/slideMasters/slideMaster6.xml" Id="Rd1ad4bbf7b7f450c" /><Relationship Type="http://schemas.openxmlformats.org/officeDocument/2006/relationships/slideMaster" Target="/ppt/slideMasters/slideMaster7.xml" Id="R1431b83498294768" /><Relationship Type="http://schemas.openxmlformats.org/officeDocument/2006/relationships/notesMaster" Target="/ppt/notesMasters/notesMaster1.xml" Id="Rc09d00885ecc47c9" /><Relationship Type="http://schemas.openxmlformats.org/officeDocument/2006/relationships/presProps" Target="/ppt/presProps.xml" Id="R71bef79836de4ae5" /><Relationship Type="http://schemas.openxmlformats.org/officeDocument/2006/relationships/tableStyles" Target="/ppt/tableStyles.xml" Id="R581f0a41e0df4c96" /><Relationship Type="http://schemas.openxmlformats.org/officeDocument/2006/relationships/slide" Target="/ppt/slides/slide1.xml" Id="Rc5a91469827b4c53" /><Relationship Type="http://schemas.openxmlformats.org/officeDocument/2006/relationships/slide" Target="/ppt/slides/slide2.xml" Id="R089cbb9a12e644d9" /><Relationship Type="http://schemas.openxmlformats.org/officeDocument/2006/relationships/slide" Target="/ppt/slides/slide3.xml" Id="R223f43c4f5854aa5" /><Relationship Type="http://schemas.openxmlformats.org/officeDocument/2006/relationships/slide" Target="/ppt/slides/slide4.xml" Id="R87623c059acc4c03" /><Relationship Type="http://schemas.openxmlformats.org/officeDocument/2006/relationships/slide" Target="/ppt/slides/slide5.xml" Id="R7fb1a42735b7494b" /><Relationship Type="http://schemas.openxmlformats.org/officeDocument/2006/relationships/slide" Target="/ppt/slides/slide6.xml" Id="Ra43996eb94f84acb" /><Relationship Type="http://schemas.openxmlformats.org/officeDocument/2006/relationships/slide" Target="/ppt/slides/slide7.xml" Id="R5b41f019b75446b4" /><Relationship Type="http://schemas.openxmlformats.org/officeDocument/2006/relationships/slide" Target="/ppt/slides/slide8.xml" Id="R492b54975ca54f94" /><Relationship Type="http://schemas.openxmlformats.org/officeDocument/2006/relationships/slide" Target="/ppt/slides/slide9.xml" Id="Rf741e72b46184539" /><Relationship Type="http://schemas.openxmlformats.org/officeDocument/2006/relationships/slide" Target="/ppt/slides/slide10.xml" Id="R6f7fd6254355409e" /><Relationship Type="http://schemas.openxmlformats.org/officeDocument/2006/relationships/slide" Target="/ppt/slides/slide11.xml" Id="R485e9e5a094b4b26" /><Relationship Type="http://schemas.openxmlformats.org/officeDocument/2006/relationships/slide" Target="/ppt/slides/slide12.xml" Id="R3227e67d8cc74bf3" /><Relationship Type="http://schemas.openxmlformats.org/officeDocument/2006/relationships/slide" Target="/ppt/slides/slide13.xml" Id="R101122dba6ab4697" /><Relationship Type="http://schemas.openxmlformats.org/officeDocument/2006/relationships/slide" Target="/ppt/slides/slide14.xml" Id="R0f82bb9a220a477c" /><Relationship Type="http://schemas.openxmlformats.org/officeDocument/2006/relationships/slide" Target="/ppt/slides/slide15.xml" Id="Rb237f7792c6c480d" /><Relationship Type="http://schemas.openxmlformats.org/officeDocument/2006/relationships/slide" Target="/ppt/slides/slide16.xml" Id="Re22890054d9943f6" /><Relationship Type="http://schemas.openxmlformats.org/officeDocument/2006/relationships/slide" Target="/ppt/slides/slide17.xml" Id="Rfb3d14354cc84ad0" /><Relationship Type="http://schemas.openxmlformats.org/officeDocument/2006/relationships/slide" Target="/ppt/slides/slide18.xml" Id="R83407af8b12f4a28" /><Relationship Type="http://schemas.openxmlformats.org/officeDocument/2006/relationships/slide" Target="/ppt/slides/slide19.xml" Id="Raa54d0e70b2d418d" /><Relationship Type="http://schemas.openxmlformats.org/officeDocument/2006/relationships/slide" Target="/ppt/slides/slide20.xml" Id="R7b7b6317930047ea" /><Relationship Type="http://schemas.openxmlformats.org/officeDocument/2006/relationships/slide" Target="/ppt/slides/slide21.xml" Id="R1d6c985669d34aab" /><Relationship Type="http://schemas.openxmlformats.org/officeDocument/2006/relationships/slide" Target="/ppt/slides/slide22.xml" Id="R028adb574d1842d0" /><Relationship Type="http://schemas.openxmlformats.org/officeDocument/2006/relationships/slide" Target="/ppt/slides/slide23.xml" Id="R7b4280eaf5e14fd9" /><Relationship Type="http://schemas.openxmlformats.org/officeDocument/2006/relationships/slide" Target="/ppt/slides/slide24.xml" Id="R7a3d330239224e6e" /><Relationship Type="http://schemas.openxmlformats.org/officeDocument/2006/relationships/slide" Target="/ppt/slides/slide25.xml" Id="Rd56f0dc3312a4058" /><Relationship Type="http://schemas.openxmlformats.org/officeDocument/2006/relationships/slide" Target="/ppt/slides/slide26.xml" Id="R2a3e7f2f5275489c" /><Relationship Type="http://schemas.openxmlformats.org/officeDocument/2006/relationships/slide" Target="/ppt/slides/slide27.xml" Id="R2563fd28a93e4506" /><Relationship Type="http://schemas.openxmlformats.org/officeDocument/2006/relationships/slide" Target="/ppt/slides/slide28.xml" Id="Re3fab7b708794281" /><Relationship Type="http://schemas.openxmlformats.org/officeDocument/2006/relationships/slide" Target="/ppt/slides/slide29.xml" Id="R726628c1205f429e" /><Relationship Type="http://schemas.openxmlformats.org/officeDocument/2006/relationships/slide" Target="/ppt/slides/slide30.xml" Id="R17c049e29cce4a39" /><Relationship Type="http://schemas.openxmlformats.org/officeDocument/2006/relationships/slide" Target="/ppt/slides/slide31.xml" Id="Rdfeed1fe06054811" /><Relationship Type="http://schemas.openxmlformats.org/officeDocument/2006/relationships/slide" Target="/ppt/slides/slide32.xml" Id="R6113b205a8fe4a13" /><Relationship Type="http://schemas.openxmlformats.org/officeDocument/2006/relationships/slide" Target="/ppt/slides/slide33.xml" Id="Rc3ae15f8eeb74f4d" /><Relationship Type="http://schemas.openxmlformats.org/officeDocument/2006/relationships/slide" Target="/ppt/slides/slide34.xml" Id="R13b95e9d2a504a47" /><Relationship Type="http://schemas.openxmlformats.org/officeDocument/2006/relationships/slide" Target="/ppt/slides/slide35.xml" Id="R30182d863d55428f" /><Relationship Type="http://schemas.openxmlformats.org/officeDocument/2006/relationships/slide" Target="/ppt/slides/slide36.xml" Id="R3c82fa4b63554c00" /><Relationship Type="http://schemas.openxmlformats.org/officeDocument/2006/relationships/slide" Target="/ppt/slides/slide37.xml" Id="R1de7fcf4f6c94202" /><Relationship Type="http://schemas.openxmlformats.org/officeDocument/2006/relationships/slide" Target="/ppt/slides/slide38.xml" Id="R6607d3f2fe7645d7" /><Relationship Type="http://schemas.openxmlformats.org/officeDocument/2006/relationships/slide" Target="/ppt/slides/slide39.xml" Id="Rad533def3617472b" /><Relationship Type="http://schemas.openxmlformats.org/officeDocument/2006/relationships/slide" Target="/ppt/slides/slide40.xml" Id="Re5702c810e984407" /><Relationship Type="http://schemas.openxmlformats.org/officeDocument/2006/relationships/slide" Target="/ppt/slides/slide41.xml" Id="R0efe5ee23bf641c8" /><Relationship Type="http://schemas.openxmlformats.org/officeDocument/2006/relationships/slide" Target="/ppt/slides/slide42.xml" Id="R60badf09637d4879" /><Relationship Type="http://schemas.openxmlformats.org/officeDocument/2006/relationships/slide" Target="/ppt/slides/slide43.xml" Id="R1135f5f29be54cda" /><Relationship Type="http://schemas.openxmlformats.org/officeDocument/2006/relationships/slide" Target="/ppt/slides/slide44.xml" Id="Rb868b75c282b4229" /><Relationship Type="http://schemas.openxmlformats.org/officeDocument/2006/relationships/slide" Target="/ppt/slides/slide45.xml" Id="R2d9f24908c8549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9.xml" Id="R5f1dd4cff1b945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eb77fafab439a" /><Relationship Type="http://schemas.openxmlformats.org/officeDocument/2006/relationships/notesMaster" Target="/ppt/notesMasters/notesMaster1.xml" Id="R20384bed188442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0415df893a43f8" /><Relationship Type="http://schemas.openxmlformats.org/officeDocument/2006/relationships/notesMaster" Target="/ppt/notesMasters/notesMaster1.xml" Id="Rdfd46926f9b149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7de4e93c5d4653" /><Relationship Type="http://schemas.openxmlformats.org/officeDocument/2006/relationships/notesMaster" Target="/ppt/notesMasters/notesMaster1.xml" Id="R9352015254ce40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42c8c869b84d17" /><Relationship Type="http://schemas.openxmlformats.org/officeDocument/2006/relationships/notesMaster" Target="/ppt/notesMasters/notesMaster1.xml" Id="Rec3742ef56f04b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0cd1a706184bbb" /><Relationship Type="http://schemas.openxmlformats.org/officeDocument/2006/relationships/notesMaster" Target="/ppt/notesMasters/notesMaster1.xml" Id="Rb649386a853041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ea6d1998d943b3" /><Relationship Type="http://schemas.openxmlformats.org/officeDocument/2006/relationships/notesMaster" Target="/ppt/notesMasters/notesMaster1.xml" Id="Re68c192e15b648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418046b22f4c85" /><Relationship Type="http://schemas.openxmlformats.org/officeDocument/2006/relationships/notesMaster" Target="/ppt/notesMasters/notesMaster1.xml" Id="Ra4d3d2f56d8043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bd24db944941c8" /><Relationship Type="http://schemas.openxmlformats.org/officeDocument/2006/relationships/notesMaster" Target="/ppt/notesMasters/notesMaster1.xml" Id="R4016766d34a943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6d162ce88740e4" /><Relationship Type="http://schemas.openxmlformats.org/officeDocument/2006/relationships/notesMaster" Target="/ppt/notesMasters/notesMaster1.xml" Id="R75bb59808b1d42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66757901964206" /><Relationship Type="http://schemas.openxmlformats.org/officeDocument/2006/relationships/notesMaster" Target="/ppt/notesMasters/notesMaster1.xml" Id="R804031787ed348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fcf45a7b304f4d" /><Relationship Type="http://schemas.openxmlformats.org/officeDocument/2006/relationships/notesMaster" Target="/ppt/notesMasters/notesMaster1.xml" Id="Rf1da0b4b614a4f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6c560edad64244" /><Relationship Type="http://schemas.openxmlformats.org/officeDocument/2006/relationships/notesMaster" Target="/ppt/notesMasters/notesMaster1.xml" Id="R163139fc4b444e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9793c9bb694895" /><Relationship Type="http://schemas.openxmlformats.org/officeDocument/2006/relationships/notesMaster" Target="/ppt/notesMasters/notesMaster1.xml" Id="R4c01445511cb4b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c49843c8214621" /><Relationship Type="http://schemas.openxmlformats.org/officeDocument/2006/relationships/notesMaster" Target="/ppt/notesMasters/notesMaster1.xml" Id="R85b60943277a4b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ad804f74b9431a" /><Relationship Type="http://schemas.openxmlformats.org/officeDocument/2006/relationships/notesMaster" Target="/ppt/notesMasters/notesMaster1.xml" Id="R8b41173c7aea4d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97ad346abd4d77" /><Relationship Type="http://schemas.openxmlformats.org/officeDocument/2006/relationships/notesMaster" Target="/ppt/notesMasters/notesMaster1.xml" Id="R724fa38a2ba547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f4f36d598445c9" /><Relationship Type="http://schemas.openxmlformats.org/officeDocument/2006/relationships/notesMaster" Target="/ppt/notesMasters/notesMaster1.xml" Id="R7f4364abf68949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fe0f6d87644c87" /><Relationship Type="http://schemas.openxmlformats.org/officeDocument/2006/relationships/notesMaster" Target="/ppt/notesMasters/notesMaster1.xml" Id="R07072c2f876347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36eb95dade44b6" /><Relationship Type="http://schemas.openxmlformats.org/officeDocument/2006/relationships/notesMaster" Target="/ppt/notesMasters/notesMaster1.xml" Id="R0891fdbfcff843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1d31fa12a841a5" /><Relationship Type="http://schemas.openxmlformats.org/officeDocument/2006/relationships/notesMaster" Target="/ppt/notesMasters/notesMaster1.xml" Id="Rd3f42a5f20794d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f641c2547541ed" /><Relationship Type="http://schemas.openxmlformats.org/officeDocument/2006/relationships/notesMaster" Target="/ppt/notesMasters/notesMaster1.xml" Id="Ra51b793400d84b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c96ad69d884ccf" /><Relationship Type="http://schemas.openxmlformats.org/officeDocument/2006/relationships/notesMaster" Target="/ppt/notesMasters/notesMaster1.xml" Id="R57e459bb5f7240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37f5ad1a3744c5b" /><Relationship Type="http://schemas.openxmlformats.org/officeDocument/2006/relationships/notesMaster" Target="/ppt/notesMasters/notesMaster1.xml" Id="Rb61a84d3d12a4c8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586885a75654744" /><Relationship Type="http://schemas.openxmlformats.org/officeDocument/2006/relationships/notesMaster" Target="/ppt/notesMasters/notesMaster1.xml" Id="Rd4ea32916c9b4f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5038a7f77b46d4" /><Relationship Type="http://schemas.openxmlformats.org/officeDocument/2006/relationships/notesMaster" Target="/ppt/notesMasters/notesMaster1.xml" Id="R1790897d647b4fa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0f6549f83d14d6d" /><Relationship Type="http://schemas.openxmlformats.org/officeDocument/2006/relationships/notesMaster" Target="/ppt/notesMasters/notesMaster1.xml" Id="Rcaaf086498144e8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02c1ef200b34bad" /><Relationship Type="http://schemas.openxmlformats.org/officeDocument/2006/relationships/notesMaster" Target="/ppt/notesMasters/notesMaster1.xml" Id="R10658820578a4f3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b2d1e0d92c64221" /><Relationship Type="http://schemas.openxmlformats.org/officeDocument/2006/relationships/notesMaster" Target="/ppt/notesMasters/notesMaster1.xml" Id="Rdfc35877a5574be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e0a32048d4d4935" /><Relationship Type="http://schemas.openxmlformats.org/officeDocument/2006/relationships/notesMaster" Target="/ppt/notesMasters/notesMaster1.xml" Id="R2417c92251b3442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dd548d873ce43ab" /><Relationship Type="http://schemas.openxmlformats.org/officeDocument/2006/relationships/notesMaster" Target="/ppt/notesMasters/notesMaster1.xml" Id="R1c2d8033c32c44a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c9eaedbab43468d" /><Relationship Type="http://schemas.openxmlformats.org/officeDocument/2006/relationships/notesMaster" Target="/ppt/notesMasters/notesMaster1.xml" Id="R7e546f28c4b04d2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af99f16d85f4aba" /><Relationship Type="http://schemas.openxmlformats.org/officeDocument/2006/relationships/notesMaster" Target="/ppt/notesMasters/notesMaster1.xml" Id="R503f02c306da4fd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a94365945f04b2b" /><Relationship Type="http://schemas.openxmlformats.org/officeDocument/2006/relationships/notesMaster" Target="/ppt/notesMasters/notesMaster1.xml" Id="Rc3e4182b866a4d2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e6afd5106174c57" /><Relationship Type="http://schemas.openxmlformats.org/officeDocument/2006/relationships/notesMaster" Target="/ppt/notesMasters/notesMaster1.xml" Id="Rf90c20dd85dc4d4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d212738c510423c" /><Relationship Type="http://schemas.openxmlformats.org/officeDocument/2006/relationships/notesMaster" Target="/ppt/notesMasters/notesMaster1.xml" Id="R36d41b6d9d764be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07dd31f720b40dc" /><Relationship Type="http://schemas.openxmlformats.org/officeDocument/2006/relationships/notesMaster" Target="/ppt/notesMasters/notesMaster1.xml" Id="Rd83ca392c2324a6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3f57600830c47b1" /><Relationship Type="http://schemas.openxmlformats.org/officeDocument/2006/relationships/notesMaster" Target="/ppt/notesMasters/notesMaster1.xml" Id="Rb413c82eeda14dd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436caf8b6a540e3" /><Relationship Type="http://schemas.openxmlformats.org/officeDocument/2006/relationships/notesMaster" Target="/ppt/notesMasters/notesMaster1.xml" Id="R1a4bfd314b3d411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f7b9bec6eaf4f9e" /><Relationship Type="http://schemas.openxmlformats.org/officeDocument/2006/relationships/notesMaster" Target="/ppt/notesMasters/notesMaster1.xml" Id="R5a106e97c2de477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352c2b742de4dd5" /><Relationship Type="http://schemas.openxmlformats.org/officeDocument/2006/relationships/notesMaster" Target="/ppt/notesMasters/notesMaster1.xml" Id="R69ae2ec0dc0043a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eec4559d1d8484f" /><Relationship Type="http://schemas.openxmlformats.org/officeDocument/2006/relationships/notesMaster" Target="/ppt/notesMasters/notesMaster1.xml" Id="R1434d1cc145147e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153bb55e51e4b04" /><Relationship Type="http://schemas.openxmlformats.org/officeDocument/2006/relationships/notesMaster" Target="/ppt/notesMasters/notesMaster1.xml" Id="Rf942721ae1fc4b1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3d80ec30b5845e4" /><Relationship Type="http://schemas.openxmlformats.org/officeDocument/2006/relationships/notesMaster" Target="/ppt/notesMasters/notesMaster1.xml" Id="Rc4a5d3e90b8c465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35a8c289fe14854" /><Relationship Type="http://schemas.openxmlformats.org/officeDocument/2006/relationships/notesMaster" Target="/ppt/notesMasters/notesMaster1.xml" Id="Rb4e83a7820b64bf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9d6e03b06574448" /><Relationship Type="http://schemas.openxmlformats.org/officeDocument/2006/relationships/notesMaster" Target="/ppt/notesMasters/notesMaster1.xml" Id="Rdb078638d16d49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학생용 README.md와 WORKSHEET.md의 실행 순서 및 현재 예제 코드 기준. SQLite 내부 소스 분석은 별도 자료에서 진행합니다.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학생용 README.md와 WORKSHEET.md의 실행 순서 및 현재 예제 코드 기준. SQLite 내부 소스 분석은 별도 자료에서 진행합니다.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기초를 포함한 90분 운영안입니다. 접두어 검색 수정은 수업 후 확장 과제로 전환합니다. 반복문 축약 문법은 보충 자료로 제공합니다.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브라우저와 서버는 HTTP/JSON, 서버와 SQLite는 Python sqlite3 API로 연결합니다. 별도 DB 서버 프로세스나 물리적으로 분리된 세 서버를 사용하는 예제는 아닙니다. SQLite 엔진과 데이터 접근 모듈이 데이터 계층의 역할을 담당합니다.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ZIP 압축을 풀고 그 폴더에서 터미널을 엽니다. Python 배포판에 sqlite3 모듈이 있어야 합니다. index.html 파일을 직접 열지 않습니다. 종료는 Ctrl+C입니다.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셸에서 명령을 실행합니다. &gt;&gt;&gt;가 보이면 Python 대화형 모드이므로 exit()로 나온 뒤 실행합니다. JS의 const, fetch, async/await를 Python 문법과 혼동하지 않도록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앞 슬라이드의 student_id, credits를 사용합니다. f-string은 메시지에 쓰고 사용자 입력 SQL은 바인딩으로 전달합니다. int('열둘')은 ValueError입니다.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기본 공백 네 칸. 탭과 공백을 혼용하지 않습니다. credits=12와 201을 비교합니다. =는 대입이고 ==는 값 비교입니다.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True False None의 대문자를 확인합니다. or는 앞 조건이 참이면 뒤를 평가하지 않습니다. 따라서 정수가 아닌 문자열을 숫자 범위와 비교하는 오류를 피합니다.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dict의 없는 키를 대괄호로 읽으면 KeyError입니다. get은 키가 존재하고 값이 None일 때 기본값으로 대체하지 않습니다. 서비스 코드의 body 접근과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리스트는 수정 가능한 순서 자료구조, 튜플은 원소 교체가 불가능한 순서 자료구조입니다. SQL 바인딩은 리스트도 허용하지만 본 예제는 주로 튜플을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리스트 컴프리헨션 보충 설명입니다. repository.py의 [dict(row) for row in cursor.fetchall()]와 연결합니다. rows는 앞 슬라이드의 값입니다.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maximum은 생략하면 200을 사용합니다. return 없이 끝난 함수는 None을 반환합니다. execute(sql, params=(), write=False)의 기본값과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main이 정의된 파일의 시작 패턴을 발췌한 예시입니다. 모든 import가 파일의 코드를 실행하지 않는다는 뜻은 아닙니다. 조건 밖 최상위 코드는 import 시에도 실행될 수 있습니다. json은 표준 라이브러리, repository는 같은 폴더 파일입니다.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self는 관례적인 첫 매개변수 이름입니다. 호출하는 쪽에서 self를 별도로 넘기지 않습니다. 두 번째 학생 객체를 만들면 각 객체가 각자의 self.name을 가집니다.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서로 떨어진 원본의 초기화와 run 반환문을 연결한 발췌입니다. return을 클래스 바깥에 그대로 붙여 넣는 예제가 아닙니다. Repository가 기억하는 self.path와도 비교합니다. 실제 연결은 connect 때 엽니다.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오류 발생 지점 뒤의 try 코드는 건너뜁니다. finally는 정상/오류 여부와 무관한 마무리에 사용합니다. class InputError(ValueError): pass는 기존 예외를 상속하는 사용자 정의 오류입니다. pass는 아무것도 하지 않는 문장입니다.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비교를 위한 두 대안이므로 두 블록을 연속 실행하라는 뜻은 아닙니다. with의 마무리 동작은 객체가 정합니다. 기본 설정의 SQLite 연결 기준이며 모든 DDL이 자동 트랜잭션으로 묶이지는 않습니다. python_basics.py 메모리 DB 예제의 중복 PK 롤백을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입문용 보충 설명. PYTHON_PRIMER.md의 해당 문법과 python_basics.py를 함께 사용합니다. 이 예제는 SQLite 내부 소스 분석과 별개입니다. JSON은 텍스트 형식이며 Python 코드가 아닙니다. dumps는 문자열로, loads는 Python 객체로 변환합니다. PYTHON_PRIMER의 표현 사전에서 if not result, 조건 표현식, set(body)를 추가로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조회는 이름 조건과 개별 학번 경로도 지원합니다. 실습 화면 또는 개발자 도구 Network 탭에서 요청을 관찰합니다.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DB에서 한 번 등록한 결과입니다. 등록 후 자동 조회가 발생하지만 화면 아래에는 등록 요청과 응답을 유지합니다. 중복 등록은 HTTP 409입니다.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수정과 삭제는 PK를 WHERE 조건으로 사용합니다. SQL 변경 행 수 0을 애플리케이션에서 404로 변환합니다. 사용자에게 보이는 삭제 확인 창에서 작업을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server.py와 service.py는 모두 애플리케이션 계층에 속합니다. 파일 네 개와 논리적 계층 세 개를 혼동하지 않습니다. 상세 설명은 CODE_WALKTHROUGH.md에 실제 코드와 함께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등록 2001 / O'Brien / 컴퓨터공학 / 12를 한 번 따라갑니다. 응답 이후 목록 갱신은 별도의 GET 요청이라는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함수 본문 발췌. initialize는 처음에 스키마와 샘플 데이터를 준비합니다. 서버 객체의 service 속성에 저장소를 받은 서비스 객체를 연결합니다. handler는 요청마다 self.server.service를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등록 이벤트의 앞부분 발췌. 이후 request와 list 호출, 닫는 괄호는 생략했습니다. 입력창의 type=number도 FormData에서 문자열입니다. request에 전달할 객체에서 Number로 변환하고 학과의 빈 문자열은 null로 변환합니다. 학번 input의 name=id와 form.get('id')를 연결해서 보여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POST 호출의 줄바꿈만 조정했습니다. 등록 작업 자체의 응답에는 rows가 없으므로 list가 새 목록을 조회합니다. false는 화면 관찰창에 POST 기록을 남기는 옵션으로, DB 실행 옵션이 아닙니다. await가 요청 순서를 보장합니다.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생략 표시 외에는 원본 코드입니다. stringify와 response.json의 방향을 대비합니다. GET에는 본문이 없습니다. await는 Promise가 완료될 때까지 해당 비동기 함수의 다음 실행을 기다립니다. HTTP 409도 fetch의 정상적인 응답일 수 있어 response.ok 검사가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서로 떨어진 원본 위치를 연결한 발췌입니다. 추가 주석은 설명용입니다. BaseHTTPRequestHandler가 do_METHOD를 호출합니다. route 실패시 404를 반환한 후에 sid를 읽으므로 원본은 None에서 첨자를 읽지 않습니다. POST는 목록 경로, PATCH/DELETE는 개별 경로로 제한하는 검사도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 단계에서 Content-Type을 검사합니다. Content-Length만큼 바이트를 읽습니다. 전체 서비스 호출은 self.server.service.run(self.command, sid, body, query.get('name', [None])[0])입니다. JSON 객체는 dict, JSON 배열은 list이므로 서비스가 dict인지도 검사합니다.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함수 정의와 run 내부 호출을 함께 발췌했습니다. type(value) is int로 검사하면 bool도 배제합니다. Python bool은 int의 하위 타입이기 때문에 isinstance만 사용하면 True를 정수로 받아들일 수 있습니다. 긴 예외 메시지는 코드 해설에서 그대로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앞에서 POST/PATCH가 dict인지, 요청 필드가 정확한지, 학점이 범위에 맞는지 검사합니다. 학과 문자열 형식은 서비스에서 검사하고 학과 존재 여부는 DB 외래키가 검사합니다. 잘못된 학과가 서비스 검증을 통과하고 DB에서 실패하는 이유입니다.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timeout=3은 잠금 대기 시간이며 모든 쿼리의 제한 시간이 아닙니다. 매 실행에서 연결을 열기 때문에 PRAGMA를 connect에 둡니다. SQLite DB는 이 서버 프로세스 안에서 실행되며 데이터는 파일에 저장됩니다.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한 줄을 읽기 위해 나누었습니다. 인접한 Python 문자열 리터럴은 하나의 SQL 문자열로 결합됩니다. True는 execute의 write 인자로 이 INSERT가 쓰기 작업임을 나타냅니다. 값의 작은따옴표를 SQL 문자열에 이어 붙이지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write는 호출자가 지정하는 이 예제의 규칙입니다. SQL 문자열을 자동 판독하는 옵션이 아닙니다. sqlite3.Row를 dict로 바꾸면 열 이름을 JSON 키로 사용할 수 있습니다. 반환 dict는 with 블록 밖에 있어 커밋 이후 응답이 만들어집니다.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코드의 with closing(self.connect()) as db, db는 오른쪽 컨텍스트부터 종료합니다. db 컨텍스트에서 트랜잭션을 마무리한 뒤 closing이 닫습니다. 별도 autocommit 옵션을 설정하지 않은 현재 예제의 연결 기준입니다. 항상 모든 SELECT가 트랜잭션을 시작한다고 설명하지 않습니다. 상세 CODE_WALKTHROUGH 11번.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서로 다른 두 함수의 return을 모아 비교합니다. 두 return을 같은 함수에 붙여 넣는 예제가 아닙니다. WHERE를 생략하면 대상 전체가 될 수 있습니다. 같은 execute 함수를 사용하므로 연결·커밋 처리를 재사용합니다.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중복 PK 입력은 SQLite에서 IntegrityError, 없는 ID 삭제는 실행 성공 뒤 rowcount=0이라는 차이를 설명합니다. NotFound는 ValueError를 상속하며 dispatch의 첫 except에서 잡힙니다.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중복 등록은 2001이 존재하는 CRUD 등록 단계에서 수행합니다. 화면에서는 잘못된 학점을 먼저 막으므로 API 요청으로 서버 검증을 관찰합니다. DB에도 CHECK가 있지만 이번 201 입력은 서버 검증에서 먼저 거부됩니다. CODE_WALKTHROUGH 14번의 except 블록에서 400/404/409가 되는 위치를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헤더 생성과 json.dumps(value, ensure_ascii=False).encode() 부분은 슬라이드에서 생략했습니다. 전체 send는 해설 15번에 있습니다. Content-Length는 문자열 길이가 아니라 encode한 바이트의 길이입니다. self.end_headers는 상태 및 여러 헤더를 보낸 뒤 호출합니다.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response.ok 검사는 원본 한 줄의 줄바꿈을 조정했습니다. render의 else 분기 내용을 발췌했고 설명 주석을 추가했습니다. 데이터베이스 바인딩과 브라우저 textContent가 보호하는 경계가 다릅니다. 실제 목록 재구성은 replaceChildren, createElement, append 순서입니다.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SQL처럼 보이는 문자열을 바인딩해서 이름 값으로 저장합니다. dept_name이 문자열 NULL이면 존재하지 않는 학과 이름이므로 FK 오류가 납니다. 전체 DB나 다른 사람의 데이터로 실험하지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슬라이드의 SQL은 Python 문장이 아니라 교체할 SQL 조각입니다. 실제 list의 WHERE name = ? 문자열을 변경하고 조건이 있을 때의 (name,)을 (name,name)으로 변경합니다. 화면의 검색 설명과 완료 메시지도 접두어 검색에 맞춥니다. sqlite substr는 1부터 시작합니다. 이름의 앞 length(name)글자와 name을 비교하므로 %/_는 와일드카드가 아닙니다. 원래 exact 검색과 의도적으로 동작이 바뀌는 연습입니다. Python 초심자 반에서는 수업 후 확장 과제로 진행합니다.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필수 답변은 코드 해설 19번의 1,2,4,5,7번입니다. 한글 이름, NULL, 중복 등록 오류의 관찰을 함께 제출합니다. SQLite 내부 Parser 분석 과제는 별도 유지합니다.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8ceadf74a4b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14e7cc8d334a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fc3df3b14a443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ef12060ce0a46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a14f5b1fa564c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00be562989c4c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d988aee271a94c9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41f2688478f441f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9a4698cafaa64e9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4eeca85dead4431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d3b5d5809fd4bf4" /></Relationships>
</file>

<file path=ppt/slideLayouts/slideLayout1.xml><?xml version="1.0" encoding="utf-8"?>
<p:sldLayout xmlns:p="http://schemas.openxmlformats.org/presentationml/2006/main" type="title" preserve="1">
  <p:cSld name="Orange 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C4A4CC3-C0AA-481D-93A9-0A8D3B510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715EEAB-F9F2-49B4-8AD4-BFE712A84A4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title" preserve="1">
  <p:cSld name="Orange 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177A1E9-28EE-4F56-AD18-4EB75491BF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9374A34-E7F8-4737-A5FD-C6CCBD59C38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" preserve="1">
  <p:cSld name="Orang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48DB242-55FD-49F1-8C95-E38D05113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6022522-1E7B-422E-9153-61434DC4C8C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Orang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E6AA3CC-4AFC-4F6B-A3A9-0EF61269DE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D7A1EEF-845D-4082-A6BE-40FA36CFDDB6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" preserve="1">
  <p:cSld name="Orange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4B5B7C8-BA21-4E00-9035-9B0139010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7BEF542-A4CA-4AA2-A589-5936C6F8770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 preserve="1">
  <p:cSld name="Orange 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E2662B0-7260-4224-BC96-E7B0E7843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02DDF25-B74E-48C1-8A79-B59395C6AFB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010C727-897F-43BA-BA42-09622EECD39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15268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" preserve="1">
  <p:cSld name="Orange High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F54F6BD-7B18-4421-A24C-E037D01C0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DAA3F34-FB84-474A-85DF-209792C3337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woObj" preserve="1">
  <p:cSld name="Orange High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FE087C6-4E21-4994-AE44-2FDF22B15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D02E9BF-CF22-47FB-AB25-C6178EB903D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7D7C796-98E6-4C8D-986E-5C90826D91B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152680" y="1326600"/>
            <a:ext cx="442692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title" preserve="1">
  <p:cSld name="Orange Medi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B082708-59D6-4B38-9404-725ABD5D59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3D7EB96-B3C3-4588-A39C-0B31D7003812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Orange Medi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DD45155-8EC7-4462-869B-3C0FF99BBA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D3F0FA9-42F9-4AE6-99D2-4412A8A4F2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9D5F5CD-5330-411E-840C-FCEB15DD375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title" preserve="1">
  <p:cSld name="Orange 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D9E21C1-52BD-4CA3-89DC-6DC41AF04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689D24E-52FD-45A1-AA2C-CE66413C0CA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41ed0509024e77" /><Relationship Type="http://schemas.openxmlformats.org/officeDocument/2006/relationships/slideLayout" Target="/ppt/slideLayouts/slideLayout1.xml" Id="Rb3e2b83af22c40f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fdf6a0a04d042d2" /><Relationship Type="http://schemas.openxmlformats.org/officeDocument/2006/relationships/slideLayout" Target="/ppt/slideLayouts/slideLayout2.xml" Id="Rdde3f8d44c8d499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2ed7fc9fa174ac7" /><Relationship Type="http://schemas.openxmlformats.org/officeDocument/2006/relationships/slideLayout" Target="/ppt/slideLayouts/slideLayout3.xml" Id="Rcdcfce4ceac142f6" /><Relationship Type="http://schemas.openxmlformats.org/officeDocument/2006/relationships/slideLayout" Target="/ppt/slideLayouts/slideLayout4.xml" Id="Rd8a60e0fb021433f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6bc065f5c4864b30" /><Relationship Type="http://schemas.openxmlformats.org/officeDocument/2006/relationships/slideLayout" Target="/ppt/slideLayouts/slideLayout5.xml" Id="Rf3370e677c4c4dda" /><Relationship Type="http://schemas.openxmlformats.org/officeDocument/2006/relationships/slideLayout" Target="/ppt/slideLayouts/slideLayout6.xml" Id="R2565ab0e7b834375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e39a9437b7ce4296" /><Relationship Type="http://schemas.openxmlformats.org/officeDocument/2006/relationships/slideLayout" Target="/ppt/slideLayouts/slideLayout7.xml" Id="Rf7d8d67fada54a05" /><Relationship Type="http://schemas.openxmlformats.org/officeDocument/2006/relationships/slideLayout" Target="/ppt/slideLayouts/slideLayout8.xml" Id="Ra56ff0ac471c4257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bf74e1d07f9e4900" /><Relationship Type="http://schemas.openxmlformats.org/officeDocument/2006/relationships/slideLayout" Target="/ppt/slideLayouts/slideLayout9.xml" Id="R0e598d25bc684e15" /><Relationship Type="http://schemas.openxmlformats.org/officeDocument/2006/relationships/slideLayout" Target="/ppt/slideLayouts/slideLayout10.xml" Id="Ra838784bc86b40d0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ec4b0059bff54935" /><Relationship Type="http://schemas.openxmlformats.org/officeDocument/2006/relationships/slideLayout" Target="/ppt/slideLayouts/slideLayout11.xml" Id="R12fd6d0fd0f54d6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background">
            <a:extLst xmlns:a="http://schemas.openxmlformats.org/drawingml/2006/main">
              <a:ext uri="{FF2B5EF4-FFF2-40B4-BE49-F238E27FC236}">
                <a16:creationId xmlns:a16="http://schemas.microsoft.com/office/drawing/2014/main" id="{589AD8B1-80F7-4F60-BCF5-D2A602CB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cover-orange-panel">
            <a:extLst xmlns:a="http://schemas.openxmlformats.org/drawingml/2006/main">
              <a:ext uri="{FF2B5EF4-FFF2-40B4-BE49-F238E27FC236}">
                <a16:creationId xmlns:a16="http://schemas.microsoft.com/office/drawing/2014/main" id="{892513FA-3B68-4CC7-9F7F-BEB724D4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000" y="0"/>
            <a:ext cx="234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ver-accent-edge">
            <a:extLst xmlns:a="http://schemas.openxmlformats.org/drawingml/2006/main">
              <a:ext uri="{FF2B5EF4-FFF2-40B4-BE49-F238E27FC236}">
                <a16:creationId xmlns:a16="http://schemas.microsoft.com/office/drawing/2014/main" id="{87CB47E9-5B6A-4B88-9365-85603CF4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800" y="0"/>
            <a:ext cx="792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FD4757-EF89-4181-AD09-5BE621F07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C207CA2-723C-4950-8CCC-29B51AF0C09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e2b83af22c40f8"/>
  </p:sldLayoutId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ivider-background">
            <a:extLst xmlns:a="http://schemas.openxmlformats.org/drawingml/2006/main">
              <a:ext uri="{FF2B5EF4-FFF2-40B4-BE49-F238E27FC236}">
                <a16:creationId xmlns:a16="http://schemas.microsoft.com/office/drawing/2014/main" id="{0C4B58C0-1D3B-4CD2-9FFA-D5B4805D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divider-orange-rail">
            <a:extLst xmlns:a="http://schemas.openxmlformats.org/drawingml/2006/main">
              <a:ext uri="{FF2B5EF4-FFF2-40B4-BE49-F238E27FC236}">
                <a16:creationId xmlns:a16="http://schemas.microsoft.com/office/drawing/2014/main" id="{FFC8A0F3-1A91-4A90-9F48-588A1674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2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divider-accent-edge">
            <a:extLst xmlns:a="http://schemas.openxmlformats.org/drawingml/2006/main">
              <a:ext uri="{FF2B5EF4-FFF2-40B4-BE49-F238E27FC236}">
                <a16:creationId xmlns:a16="http://schemas.microsoft.com/office/drawing/2014/main" id="{39DCC2BB-3EAB-4CDD-AEEE-B686EB53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0"/>
            <a:ext cx="648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36EE999-B751-4842-8251-781526FFD0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4B0601E-AF1F-4D7C-A9AE-F856D6C2969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dde3f8d44c8d4997"/>
  </p:sldLayoutId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background">
            <a:extLst xmlns:a="http://schemas.openxmlformats.org/drawingml/2006/main">
              <a:ext uri="{FF2B5EF4-FFF2-40B4-BE49-F238E27FC236}">
                <a16:creationId xmlns:a16="http://schemas.microsoft.com/office/drawing/2014/main" id="{CD910F6F-E582-4FB2-9E7D-C737620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op-accent-content">
            <a:extLst xmlns:a="http://schemas.openxmlformats.org/drawingml/2006/main">
              <a:ext uri="{FF2B5EF4-FFF2-40B4-BE49-F238E27FC236}">
                <a16:creationId xmlns:a16="http://schemas.microsoft.com/office/drawing/2014/main" id="{8A22A950-BC4B-4B4A-B619-E24DE493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ooter-rule-content">
            <a:extLst xmlns:a="http://schemas.openxmlformats.org/drawingml/2006/main">
              <a:ext uri="{FF2B5EF4-FFF2-40B4-BE49-F238E27FC236}">
                <a16:creationId xmlns:a16="http://schemas.microsoft.com/office/drawing/2014/main" id="{05BA99D7-D1BD-4ED6-ABFF-4A5FA4F9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53CAC2E-FEFB-42E2-8247-71D57A422F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45B7557-8228-4FB0-9C20-3338A065F8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cdcfce4ceac142f6"/>
    <p:sldLayoutId xmlns:r="http://schemas.openxmlformats.org/officeDocument/2006/relationships" id="2147483654" r:id="Rd8a60e0fb021433f"/>
  </p:sldLayoutId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olumns-background">
            <a:extLst xmlns:a="http://schemas.openxmlformats.org/drawingml/2006/main">
              <a:ext uri="{FF2B5EF4-FFF2-40B4-BE49-F238E27FC236}">
                <a16:creationId xmlns:a16="http://schemas.microsoft.com/office/drawing/2014/main" id="{5A2D9F07-3D4A-4880-BC74-808F5AA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op-accent-columns">
            <a:extLst xmlns:a="http://schemas.openxmlformats.org/drawingml/2006/main">
              <a:ext uri="{FF2B5EF4-FFF2-40B4-BE49-F238E27FC236}">
                <a16:creationId xmlns:a16="http://schemas.microsoft.com/office/drawing/2014/main" id="{2DDC1B22-725D-442D-97BD-0965B146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ooter-rule-columns">
            <a:extLst xmlns:a="http://schemas.openxmlformats.org/drawingml/2006/main">
              <a:ext uri="{FF2B5EF4-FFF2-40B4-BE49-F238E27FC236}">
                <a16:creationId xmlns:a16="http://schemas.microsoft.com/office/drawing/2014/main" id="{DDB5B2C7-F962-4832-B384-85572F6F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columns-divider">
            <a:extLst xmlns:a="http://schemas.openxmlformats.org/drawingml/2006/main">
              <a:ext uri="{FF2B5EF4-FFF2-40B4-BE49-F238E27FC236}">
                <a16:creationId xmlns:a16="http://schemas.microsoft.com/office/drawing/2014/main" id="{EA87265E-1966-4BBD-8D6E-3CFE3391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0" y="1494000"/>
            <a:ext cx="0" cy="349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29520" rIns="74520" bIns="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6D6D1AC-D707-446B-B763-5F15A9B1BE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84475DC-4D69-466E-8366-36B47F81696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f3370e677c4c4dda"/>
    <p:sldLayoutId xmlns:r="http://schemas.openxmlformats.org/officeDocument/2006/relationships" id="2147483657" r:id="R2565ab0e7b834375"/>
  </p:sldLayoutIdLst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highlight-background">
            <a:extLst xmlns:a="http://schemas.openxmlformats.org/drawingml/2006/main">
              <a:ext uri="{FF2B5EF4-FFF2-40B4-BE49-F238E27FC236}">
                <a16:creationId xmlns:a16="http://schemas.microsoft.com/office/drawing/2014/main" id="{0D2C7DA1-0628-43F3-B803-90FD88A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op-accent-highlight">
            <a:extLst xmlns:a="http://schemas.openxmlformats.org/drawingml/2006/main">
              <a:ext uri="{FF2B5EF4-FFF2-40B4-BE49-F238E27FC236}">
                <a16:creationId xmlns:a16="http://schemas.microsoft.com/office/drawing/2014/main" id="{5D86B251-EE1B-4E99-97E7-83F5DB82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footer-rule-highlight">
            <a:extLst xmlns:a="http://schemas.openxmlformats.org/drawingml/2006/main">
              <a:ext uri="{FF2B5EF4-FFF2-40B4-BE49-F238E27FC236}">
                <a16:creationId xmlns:a16="http://schemas.microsoft.com/office/drawing/2014/main" id="{18B87041-B7A5-40DF-8213-A8C8F1C9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highlight-band">
            <a:extLst xmlns:a="http://schemas.openxmlformats.org/drawingml/2006/main">
              <a:ext uri="{FF2B5EF4-FFF2-40B4-BE49-F238E27FC236}">
                <a16:creationId xmlns:a16="http://schemas.microsoft.com/office/drawing/2014/main" id="{985A3BA9-F5DA-4DB3-A830-EC4E2E24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1458000"/>
            <a:ext cx="9216000" cy="5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87B9310-1FF9-4078-B196-787C3BE1EE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F0A0F1B-22F9-43F8-B927-B3F034A776B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f7d8d67fada54a05"/>
    <p:sldLayoutId xmlns:r="http://schemas.openxmlformats.org/officeDocument/2006/relationships" id="2147483660" r:id="Ra56ff0ac471c4257"/>
  </p:sldLayoutIdLst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media-background">
            <a:extLst xmlns:a="http://schemas.openxmlformats.org/drawingml/2006/main">
              <a:ext uri="{FF2B5EF4-FFF2-40B4-BE49-F238E27FC236}">
                <a16:creationId xmlns:a16="http://schemas.microsoft.com/office/drawing/2014/main" id="{74628661-F682-4316-B53B-A0A920E5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op-accent-media">
            <a:extLst xmlns:a="http://schemas.openxmlformats.org/drawingml/2006/main">
              <a:ext uri="{FF2B5EF4-FFF2-40B4-BE49-F238E27FC236}">
                <a16:creationId xmlns:a16="http://schemas.microsoft.com/office/drawing/2014/main" id="{F4E89D00-E118-44FD-BC09-1C2AEE1D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08800"/>
            <a:ext cx="66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6200" rIns="90000" bIns="-162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ooter-rule-media">
            <a:extLst xmlns:a="http://schemas.openxmlformats.org/drawingml/2006/main">
              <a:ext uri="{FF2B5EF4-FFF2-40B4-BE49-F238E27FC236}">
                <a16:creationId xmlns:a16="http://schemas.microsoft.com/office/drawing/2014/main" id="{DCB52455-921B-41C7-BDCF-3DD8F69B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4072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media-frame">
            <a:extLst xmlns:a="http://schemas.openxmlformats.org/drawingml/2006/main">
              <a:ext uri="{FF2B5EF4-FFF2-40B4-BE49-F238E27FC236}">
                <a16:creationId xmlns:a16="http://schemas.microsoft.com/office/drawing/2014/main" id="{A92B3057-2009-4DF7-8EB4-33F4DE65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00" y="1476000"/>
            <a:ext cx="4356000" cy="340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2"/>
          </a:solidFill>
          <a:ln xmlns:a="http://schemas.openxmlformats.org/drawingml/2006/main" w="9000">
            <a:solidFill>
              <a:srgbClr val="B8BCC4"/>
            </a:solidFill>
          </a:ln>
        </p:spPr>
        <p:txBody>
          <a:bodyPr xmlns:a="http://schemas.openxmlformats.org/drawingml/2006/main" lIns="75600" tIns="30600" rIns="75600" bIns="306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media-frame-accent">
            <a:extLst xmlns:a="http://schemas.openxmlformats.org/drawingml/2006/main">
              <a:ext uri="{FF2B5EF4-FFF2-40B4-BE49-F238E27FC236}">
                <a16:creationId xmlns:a16="http://schemas.microsoft.com/office/drawing/2014/main" id="{C58AB152-96ED-4BD6-8C8D-9D903916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00" y="1476000"/>
            <a:ext cx="4356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-1800" rIns="90000" bIns="-1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BA0B851-E0CB-4F75-9769-45297E608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E21D946-60FE-4F50-B1CB-91852C028AE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0e598d25bc684e15"/>
    <p:sldLayoutId xmlns:r="http://schemas.openxmlformats.org/officeDocument/2006/relationships" id="2147483663" r:id="Ra838784bc86b40d0"/>
  </p:sldLayoutIdLst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closing-background">
            <a:extLst xmlns:a="http://schemas.openxmlformats.org/drawingml/2006/main">
              <a:ext uri="{FF2B5EF4-FFF2-40B4-BE49-F238E27FC236}">
                <a16:creationId xmlns:a16="http://schemas.microsoft.com/office/drawing/2014/main" id="{1F7DE89B-EA74-455A-8EB7-7067D7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80000" cy="56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closing-corner">
            <a:extLst xmlns:a="http://schemas.openxmlformats.org/drawingml/2006/main">
              <a:ext uri="{FF2B5EF4-FFF2-40B4-BE49-F238E27FC236}">
                <a16:creationId xmlns:a16="http://schemas.microsoft.com/office/drawing/2014/main" id="{6563E5E4-18E8-4ED6-B84C-33A625F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000" y="0"/>
            <a:ext cx="1260000" cy="3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02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1A503F0A-3717-4C7A-8153-608A8197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000" y="0"/>
            <a:ext cx="1116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38160">
            <a:noFill/>
          </a:ln>
        </p:spPr>
        <p:txBody>
          <a:bodyPr xmlns:a="http://schemas.openxmlformats.org/drawingml/2006/main" lIns="90000" tIns="19800" rIns="90000" bIns="198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8B214B84-17FE-4E7B-A6C3-E99DEF1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5346000"/>
            <a:ext cx="9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00">
            <a:solidFill>
              <a:srgbClr val="B8BCC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4520" tIns="-29520" rIns="74520" bIns="-29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DEC8257-E3FD-4D54-9CAF-E0C87D262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4000" y="226080"/>
            <a:ext cx="9071640" cy="94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ctr">
              <a:buNone/>
              <a:defRPr sz="4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D45F6B6-85B2-4D98-B5F1-CD086441F13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504000" y="1326600"/>
            <a:ext cx="9071640" cy="328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8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12fd6d0fd0f54d64"/>
  </p:sldLayoutIdLst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edc30cd24437a" /><Relationship Type="http://schemas.openxmlformats.org/officeDocument/2006/relationships/notesSlide" Target="/ppt/notesSlides/notesSlide1.xml" Id="R2bae6cfb402046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e5b31431883495f" /><Relationship Type="http://schemas.openxmlformats.org/officeDocument/2006/relationships/notesSlide" Target="/ppt/notesSlides/notesSlide2.xml" Id="Rbdf7604cbb514c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ae6233dc95049d1" /><Relationship Type="http://schemas.openxmlformats.org/officeDocument/2006/relationships/notesSlide" Target="/ppt/notesSlides/notesSlide3.xml" Id="R6aaf0d7c80834f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6937c0389b64273" /><Relationship Type="http://schemas.openxmlformats.org/officeDocument/2006/relationships/notesSlide" Target="/ppt/notesSlides/notesSlide4.xml" Id="R415199dd3f73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d4c5e21f6004800" /><Relationship Type="http://schemas.openxmlformats.org/officeDocument/2006/relationships/notesSlide" Target="/ppt/notesSlides/notesSlide5.xml" Id="R501f58dee475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4d82b2dd88c4764" /><Relationship Type="http://schemas.openxmlformats.org/officeDocument/2006/relationships/notesSlide" Target="/ppt/notesSlides/notesSlide6.xml" Id="Re56ce819b07142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3a0931b9abd4836" /><Relationship Type="http://schemas.openxmlformats.org/officeDocument/2006/relationships/notesSlide" Target="/ppt/notesSlides/notesSlide7.xml" Id="Ra1f62dd444fa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336d6b57e634585" /><Relationship Type="http://schemas.openxmlformats.org/officeDocument/2006/relationships/notesSlide" Target="/ppt/notesSlides/notesSlide8.xml" Id="Rb211292bce7043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053c8b534284f4b" /><Relationship Type="http://schemas.openxmlformats.org/officeDocument/2006/relationships/notesSlide" Target="/ppt/notesSlides/notesSlide9.xml" Id="Rc16721cc4a5b4f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4626865ed264367" /><Relationship Type="http://schemas.openxmlformats.org/officeDocument/2006/relationships/notesSlide" Target="/ppt/notesSlides/notesSlide10.xml" Id="R18a3f350d80746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6cf850dc0bb429e" /><Relationship Type="http://schemas.openxmlformats.org/officeDocument/2006/relationships/notesSlide" Target="/ppt/notesSlides/notesSlide11.xml" Id="Ra55da0ceb09149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55a843a498848a6" /><Relationship Type="http://schemas.openxmlformats.org/officeDocument/2006/relationships/notesSlide" Target="/ppt/notesSlides/notesSlide12.xml" Id="Rcbb146586d8343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6c906c6031842e3" /><Relationship Type="http://schemas.openxmlformats.org/officeDocument/2006/relationships/notesSlide" Target="/ppt/notesSlides/notesSlide13.xml" Id="Rf40a574522654c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9a4a8791d984926" /><Relationship Type="http://schemas.openxmlformats.org/officeDocument/2006/relationships/notesSlide" Target="/ppt/notesSlides/notesSlide14.xml" Id="R775997cdb51245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e4b4561dde24382" /><Relationship Type="http://schemas.openxmlformats.org/officeDocument/2006/relationships/notesSlide" Target="/ppt/notesSlides/notesSlide15.xml" Id="R7693fa8909f94b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c7f4a313c0e4b08" /><Relationship Type="http://schemas.openxmlformats.org/officeDocument/2006/relationships/notesSlide" Target="/ppt/notesSlides/notesSlide16.xml" Id="R53b8874e10034d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737c7d1885444ea" /><Relationship Type="http://schemas.openxmlformats.org/officeDocument/2006/relationships/notesSlide" Target="/ppt/notesSlides/notesSlide17.xml" Id="R5efa887efd0449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0e0062f432f4ce3" /><Relationship Type="http://schemas.openxmlformats.org/officeDocument/2006/relationships/notesSlide" Target="/ppt/notesSlides/notesSlide18.xml" Id="R51c164b2fdcb42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5bfd6053bea479f" /><Relationship Type="http://schemas.openxmlformats.org/officeDocument/2006/relationships/notesSlide" Target="/ppt/notesSlides/notesSlide19.xml" Id="R5795b3f1be914e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d6a32c4a1894d0a" /><Relationship Type="http://schemas.openxmlformats.org/officeDocument/2006/relationships/notesSlide" Target="/ppt/notesSlides/notesSlide20.xml" Id="R56fc4f0695314f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e2a5a1de43242f1" /><Relationship Type="http://schemas.openxmlformats.org/officeDocument/2006/relationships/notesSlide" Target="/ppt/notesSlides/notesSlide21.xml" Id="R2224a6c609c74d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45fe6c8026a4694" /><Relationship Type="http://schemas.openxmlformats.org/officeDocument/2006/relationships/notesSlide" Target="/ppt/notesSlides/notesSlide22.xml" Id="Rd35379af21b84a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4039b6459af493e" /><Relationship Type="http://schemas.openxmlformats.org/officeDocument/2006/relationships/notesSlide" Target="/ppt/notesSlides/notesSlide23.xml" Id="Rb826c0e36fa7424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a8ce6fbe4624156" /><Relationship Type="http://schemas.openxmlformats.org/officeDocument/2006/relationships/notesSlide" Target="/ppt/notesSlides/notesSlide24.xml" Id="R4807b34bbaf7410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7d52e00d7d24ee0" /><Relationship Type="http://schemas.openxmlformats.org/officeDocument/2006/relationships/notesSlide" Target="/ppt/notesSlides/notesSlide25.xml" Id="R2ae3ef65dd78499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59774ab47cb4f5c" /><Relationship Type="http://schemas.openxmlformats.org/officeDocument/2006/relationships/notesSlide" Target="/ppt/notesSlides/notesSlide26.xml" Id="Rf1201b8bc9f346c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2ff8888fab5459a" /><Relationship Type="http://schemas.openxmlformats.org/officeDocument/2006/relationships/notesSlide" Target="/ppt/notesSlides/notesSlide27.xml" Id="R8a7f2f2de05f435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451491d4e9943f8" /><Relationship Type="http://schemas.openxmlformats.org/officeDocument/2006/relationships/notesSlide" Target="/ppt/notesSlides/notesSlide28.xml" Id="R786c609cb2e34dc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bc82e8bffe740e2" /><Relationship Type="http://schemas.openxmlformats.org/officeDocument/2006/relationships/notesSlide" Target="/ppt/notesSlides/notesSlide29.xml" Id="Rb76e2ccb7af54e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d0d26416cea4360" /><Relationship Type="http://schemas.openxmlformats.org/officeDocument/2006/relationships/notesSlide" Target="/ppt/notesSlides/notesSlide30.xml" Id="R6c5bf7cefbb24a7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fb5de722fad4eb8" /><Relationship Type="http://schemas.openxmlformats.org/officeDocument/2006/relationships/notesSlide" Target="/ppt/notesSlides/notesSlide31.xml" Id="Ra0c6fad3cbc3434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a9121b9f82b4de5" /><Relationship Type="http://schemas.openxmlformats.org/officeDocument/2006/relationships/notesSlide" Target="/ppt/notesSlides/notesSlide32.xml" Id="R5f36f576599f408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f72a587a1b14925" /><Relationship Type="http://schemas.openxmlformats.org/officeDocument/2006/relationships/notesSlide" Target="/ppt/notesSlides/notesSlide33.xml" Id="R72c54974d213477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60491f1f6b04d7d" /><Relationship Type="http://schemas.openxmlformats.org/officeDocument/2006/relationships/notesSlide" Target="/ppt/notesSlides/notesSlide34.xml" Id="Rc9155f9232594d7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e832d3af6334733" /><Relationship Type="http://schemas.openxmlformats.org/officeDocument/2006/relationships/notesSlide" Target="/ppt/notesSlides/notesSlide35.xml" Id="R92220cb867d6462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1f51d3c01de4994" /><Relationship Type="http://schemas.openxmlformats.org/officeDocument/2006/relationships/notesSlide" Target="/ppt/notesSlides/notesSlide36.xml" Id="R3f86c212cd5240c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d09840718064f7c" /><Relationship Type="http://schemas.openxmlformats.org/officeDocument/2006/relationships/notesSlide" Target="/ppt/notesSlides/notesSlide37.xml" Id="Rffa93f2ce6184d8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12791764d6545b2" /><Relationship Type="http://schemas.openxmlformats.org/officeDocument/2006/relationships/notesSlide" Target="/ppt/notesSlides/notesSlide38.xml" Id="R81dc241aa0cd4b3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f614f09e092431d" /><Relationship Type="http://schemas.openxmlformats.org/officeDocument/2006/relationships/notesSlide" Target="/ppt/notesSlides/notesSlide39.xml" Id="R85fcbe36fcf341e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672da6c72f448c2" /><Relationship Type="http://schemas.openxmlformats.org/officeDocument/2006/relationships/notesSlide" Target="/ppt/notesSlides/notesSlide40.xml" Id="R5347c85c6ff84b0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2b4f676adc84480" /><Relationship Type="http://schemas.openxmlformats.org/officeDocument/2006/relationships/notesSlide" Target="/ppt/notesSlides/notesSlide41.xml" Id="R509d34c6c7a9425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4bcd8eb7d62490d" /><Relationship Type="http://schemas.openxmlformats.org/officeDocument/2006/relationships/notesSlide" Target="/ppt/notesSlides/notesSlide42.xml" Id="R1533fc40855f40d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42bc4dcf62f41b7" /><Relationship Type="http://schemas.openxmlformats.org/officeDocument/2006/relationships/notesSlide" Target="/ppt/notesSlides/notesSlide43.xml" Id="R2808519de755420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d0ad9f60f4c4c47" /><Relationship Type="http://schemas.openxmlformats.org/officeDocument/2006/relationships/notesSlide" Target="/ppt/notesSlides/notesSlide44.xml" Id="R9a98a60467934a1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32f78246d6547d8" /><Relationship Type="http://schemas.openxmlformats.org/officeDocument/2006/relationships/notesSlide" Target="/ppt/notesSlides/notesSlide45.xml" Id="Rf6a30b7a996544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2100DBD-37B8-4DBB-9A3D-8477EBB908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8000" y="1440000"/>
            <a:ext cx="6768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8A5DCB2-B0E7-4CCA-93CA-268A6EFA1F66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468000" y="2934000"/>
            <a:ext cx="655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0BF533B-4CC8-4595-B4C9-91236DD83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74000" y="1132560"/>
            <a:ext cx="1872000" cy="187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5293527-364C-4712-9849-BF50A32C8BD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7974000" y="4260240"/>
            <a:ext cx="1872000" cy="911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itle">
            <a:extLst xmlns:a="http://schemas.openxmlformats.org/drawingml/2006/main">
              <a:ext uri="{FF2B5EF4-FFF2-40B4-BE49-F238E27FC236}">
                <a16:creationId xmlns:a16="http://schemas.microsoft.com/office/drawing/2014/main" id="{B57AE8B9-3213-4277-AF64-8F14A7F1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38275"/>
            <a:ext cx="70008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rPr>
              <a:t>3-tier 학생 관리</a:t>
            </a:r>
          </a:p>
          <a:p xmlns:a="http://schemas.openxmlformats.org/drawingml/2006/main">
            <a:pPr algn="l">
              <a:def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700" b="1">
                <a:solidFill>
                  <a:srgbClr val="101216"/>
                </a:solidFill>
                <a:latin typeface="Noto Sans CJK KR"/>
                <a:ea typeface="Noto Sans CJK KR"/>
                <a:cs typeface="Noto Sans CJK KR"/>
              </a:rPr>
              <a:t>CRUD 실습</a:t>
            </a:r>
          </a:p>
        </p:txBody>
      </p:sp>
      <p:sp>
        <p:nvSpPr>
          <p:cNvPr id="72" name="subtitle">
            <a:extLst xmlns:a="http://schemas.openxmlformats.org/drawingml/2006/main">
              <a:ext uri="{FF2B5EF4-FFF2-40B4-BE49-F238E27FC236}">
                <a16:creationId xmlns:a16="http://schemas.microsoft.com/office/drawing/2014/main" id="{BC57312A-A6B0-4DCA-A388-FC9530BE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05150"/>
            <a:ext cx="681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Python 기초부터 읽는 애플리케이션 코드</a:t>
            </a:r>
          </a:p>
        </p:txBody>
      </p:sp>
      <p:sp>
        <p:nvSpPr>
          <p:cNvPr id="73" name="metadata">
            <a:extLst xmlns:a="http://schemas.openxmlformats.org/drawingml/2006/main">
              <a:ext uri="{FF2B5EF4-FFF2-40B4-BE49-F238E27FC236}">
                <a16:creationId xmlns:a16="http://schemas.microsoft.com/office/drawing/2014/main" id="{657E976A-B0A5-405C-8F8D-7DAAE9C3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957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데이터베이스</a:t>
            </a:r>
          </a:p>
          <a:p xmlns:a="http://schemas.openxmlformats.org/drawingml/2006/main">
            <a:pPr algn="l">
              <a:def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0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1분반 9/18 · 2분반 9/17</a:t>
            </a:r>
          </a:p>
        </p:txBody>
      </p:sp>
      <p:sp>
        <p:nvSpPr>
          <p:cNvPr id="7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16751102-509E-46D6-B393-C738F7C7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1638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7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82DD890-2EC8-48B8-8478-5380CF12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3-tier</a:t>
            </a:r>
          </a:p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90분 실습</a:t>
            </a:r>
          </a:p>
        </p:txBody>
      </p:sp>
      <p:sp>
        <p:nvSpPr>
          <p:cNvPr id="76" name="footer">
            <a:extLst xmlns:a="http://schemas.openxmlformats.org/drawingml/2006/main">
              <a:ext uri="{FF2B5EF4-FFF2-40B4-BE49-F238E27FC236}">
                <a16:creationId xmlns:a16="http://schemas.microsoft.com/office/drawing/2014/main" id="{A18C1E23-A9DC-4740-B946-2DFC1433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7" name="page">
            <a:extLst xmlns:a="http://schemas.openxmlformats.org/drawingml/2006/main">
              <a:ext uri="{FF2B5EF4-FFF2-40B4-BE49-F238E27FC236}">
                <a16:creationId xmlns:a16="http://schemas.microsoft.com/office/drawing/2014/main" id="{6AF3220A-3DCB-47FD-B4EE-CDEDE397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01 / 45</a:t>
            </a:r>
          </a:p>
        </p:txBody>
      </p:sp>
    </p:spTree>
    <p:extLst>
      <p:ext uri="{BB962C8B-B14F-4D97-AF65-F5344CB8AC3E}">
        <p14:creationId xmlns:p14="http://schemas.microsoft.com/office/powerpoint/2010/main" val="397843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8B333731-4812-4216-BC28-3560EF93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실습 목표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45C9D400-532D-4A2A-BC3A-73D972A7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918DEEA3-3E1A-4436-804F-6EE2647D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dict, tuple, 함수와 self를 실습 코드에서 읽습니다.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ED9C227F-BBFA-4BB0-BD88-C112609C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요청의 이동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3FFC679B-28AF-4B08-B6F2-8845AB06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 요청이 화면·서버·DB를 거치는 과정을 따라갑니다.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9EE8CCD8-F333-4272-B12A-BDC1210D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코드 설명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DFFC0512-398C-4452-9BAE-3C1FA7FA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검증, SQL 바인딩, 커밋과 응답의 역할을 설명합니다.</a:t>
            </a:r>
          </a:p>
        </p:txBody>
      </p:sp>
      <p:sp>
        <p:nvSpPr>
          <p:cNvPr id="82" name="footer">
            <a:extLst xmlns:a="http://schemas.openxmlformats.org/drawingml/2006/main">
              <a:ext uri="{FF2B5EF4-FFF2-40B4-BE49-F238E27FC236}">
                <a16:creationId xmlns:a16="http://schemas.microsoft.com/office/drawing/2014/main" id="{789CD01D-2F73-47A1-A473-1378EF79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3" name="page">
            <a:extLst xmlns:a="http://schemas.openxmlformats.org/drawingml/2006/main">
              <a:ext uri="{FF2B5EF4-FFF2-40B4-BE49-F238E27FC236}">
                <a16:creationId xmlns:a16="http://schemas.microsoft.com/office/drawing/2014/main" id="{DA0FE833-F070-42C0-9A39-3B6DF7FD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02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2D86225E-6BE7-49A8-A46C-58C8B704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90분 실습 순서</a:t>
            </a:r>
          </a:p>
        </p:txBody>
      </p:sp>
      <p:graphicFrame>
        <p:nvGraphicFramePr>
          <p:cNvPr id="82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286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6972300"/>
              </a:tblGrid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활동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0–5분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환경 확인과 서버 실행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5–30분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Python 필수 문법과 예제 실행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30–45분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CRUD 실행과 HTTP 관찰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45–75분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 요청을 따라 애플리케이션 코드 읽기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75–85분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오류·롤백 확인과 코드 설명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85–90분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75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확인 문항 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er">
            <a:extLst xmlns:a="http://schemas.openxmlformats.org/drawingml/2006/main">
              <a:ext uri="{FF2B5EF4-FFF2-40B4-BE49-F238E27FC236}">
                <a16:creationId xmlns:a16="http://schemas.microsoft.com/office/drawing/2014/main" id="{0E256760-E17F-4CD0-A1BF-5F307674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8" name="page">
            <a:extLst xmlns:a="http://schemas.openxmlformats.org/drawingml/2006/main">
              <a:ext uri="{FF2B5EF4-FFF2-40B4-BE49-F238E27FC236}">
                <a16:creationId xmlns:a16="http://schemas.microsoft.com/office/drawing/2014/main" id="{302DDFC0-53F2-47AE-A737-7CEC80D5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03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ADA2424C-9E18-44B0-B57E-F23A3105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논리적 3계층 구조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3333750"/>
                <a:gridCol w="3971925"/>
              </a:tblGrid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계층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구성 요소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역할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화면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브라우저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입력과 결과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애플리케이션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Python 서버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검증과 CRUD 처리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데이터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데이터 접근 모듈·SQLite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SQL 실행과 저장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9745199C-91D6-41EC-90F5-B80299F4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SQLite 엔진은 Python 서버 프로세스 안에서 실행됩니다.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ED53182D-EAE8-4181-860D-5876B037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C259A9B6-8248-48EC-ABBA-6C4F3B31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04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64EE668C-5963-43DC-8AEC-BB30B655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실행 준비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1E3B6ECA-CF44-4838-A850-6BE8BDB5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3.10 이상, 외부 패키지와 C 컴파일러 설치 불필요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655EED3F-5370-4AE9-9C97-8D68742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009775"/>
            <a:ext cx="92202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python3 server.py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http://127.0.0.1:8765/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A3EB26E-1E6F-4626-AD4F-511E8BB0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Windows: py -3 server.py</a:t>
            </a:r>
          </a:p>
        </p:txBody>
      </p:sp>
      <p:sp>
        <p:nvSpPr>
          <p:cNvPr id="79" name="foot">
            <a:extLst xmlns:a="http://schemas.openxmlformats.org/drawingml/2006/main">
              <a:ext uri="{FF2B5EF4-FFF2-40B4-BE49-F238E27FC236}">
                <a16:creationId xmlns:a16="http://schemas.microsoft.com/office/drawing/2014/main" id="{8A769828-FAB4-4E2A-BF0A-597C8F2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포트 변경: python3 server.py --port 8766</a:t>
            </a:r>
          </a:p>
        </p:txBody>
      </p:sp>
      <p:sp>
        <p:nvSpPr>
          <p:cNvPr id="80" name="footer">
            <a:extLst xmlns:a="http://schemas.openxmlformats.org/drawingml/2006/main">
              <a:ext uri="{FF2B5EF4-FFF2-40B4-BE49-F238E27FC236}">
                <a16:creationId xmlns:a16="http://schemas.microsoft.com/office/drawing/2014/main" id="{A7C397E2-0D41-4F3B-A11C-F2F0ECE6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1" name="page">
            <a:extLst xmlns:a="http://schemas.openxmlformats.org/drawingml/2006/main">
              <a:ext uri="{FF2B5EF4-FFF2-40B4-BE49-F238E27FC236}">
                <a16:creationId xmlns:a16="http://schemas.microsoft.com/office/drawing/2014/main" id="{B888C52A-2083-40B5-A5B3-C4898A5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05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8B3AC8D8-308E-470E-A29A-3240BDDF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Python을 어디서 실행할까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3143250"/>
                <a:gridCol w="2447925"/>
              </a:tblGrid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언어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실행 위치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server.py · service.py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Python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repository.py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Python과 SQL 문자열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서버와 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static/app.js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JavaScript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브라우저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E6335613-4B93-4E7D-B4BA-4EB36A9F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Python 연습: python3 python_basics.py  /  Windows: py -3 python_basics.py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71FA286F-5F85-4D41-BE37-4A9031D4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0E0184EF-2BA2-4FEE-8BAA-A42C3CAD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06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5A5507C9-A1B4-4AC5-8531-07BE2EA4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변수와 값의 타입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C58A141B-A509-4FB4-82E6-643D17D3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2059A891-77E0-421F-8346-1DCDCCD5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student_id = 2001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name = "O'Brien"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credits = 12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dept = None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print(type(credits).__name__)  # int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187CF5AF-5683-4A7A-9ED8-B5C610B0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=는 대입입니다. 숫자, 문자열, None을 구분합니다.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None은 값이 없음을 나타내며 문자열 "None"과 다릅니다.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12CEA3FA-AA8F-41BF-840F-DEBF8F06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698C2AE7-1D3E-42BE-9451-FA5039CF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07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AB8F491D-5878-4D24-925B-0FA974A2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문자열 숫자와 정수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1EF985D4-2647-4A9A-A6EF-FF2ADAC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FDA4FF8B-3E0C-42AB-B886-8CE0FEC9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print('12' + '1')       # 121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print(int('12') + 1)    # 13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print(f'학번 {student_id}: {credits}학점')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BF4E1B1C-2208-44CA-AC73-9DE2B023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int는 문자열을 정수로 변환합니다.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f-string의 중괄호에는 변수의 값을 넣습니다.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971B043C-2499-47DE-9458-9E2F6C10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221D7D91-88D7-48D7-9CDA-A9D3BAE2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08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DF96177A-4C38-4386-943F-E280ECE1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들여쓰기와 조건문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A44E5CAD-9572-4895-8EBB-2F756302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FABD8731-E495-4B61-80EF-1AFD38FE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0 &lt;= credits &lt;= 200: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print('유효한 학점')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else: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print('학점 범위 오류')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print('검사 종료')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6E7D4709-3D21-482C-A0E0-29973675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콜론 뒤의 들여쓴 줄이 해당 분기의 블록입니다.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마지막 print는 어느 분기가 실행돼도 수행합니다.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7C67B9BE-452F-4AB3-881A-FA536A2E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04A1C36C-68C4-4187-A440-F0DC27D9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09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6C4CCF36-577E-4E5E-A677-B5705DF3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비교·논리 연산과 None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EEFBB520-C229-4F28-BF9A-4EC2006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CF20DB2E-477E-4510-AA9C-20BD8AAC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dept is None: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print('학과 미정')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type(credits) is not int or not 0 &lt;= credits &lt;= 200: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print('정수가 아니거나 범위를 벗어났습니다.')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2E29F31A-F789-4D4D-906D-C597000F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and는 모두 참, or는 하나 이상 참, not은 반전입니다.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None 검사는 is None으로 씁니다.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02D006E7-EDBC-48A6-B333-02193AFF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C1129A22-3C7A-4215-8982-5D189E0E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10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0E9C3F6D-3555-4C21-AF37-A3A2DC6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딕셔너리: 키로 값 읽기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D22C6709-5D76-42E6-86A6-BE00AA30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96C50A71-6169-47E0-AFB3-55F6E1C4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body = {'id': 2001, 'name': "O'Brien", 'tot_cred': 12}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print(body['name'])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print(body.get('email', '없음'))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body['tot_cred'] = 24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581C5C0-219A-47D0-B938-1B28F3BB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body['tot_cred']는 학점 값을 읽습니다.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get은 키가 없을 때 기본값을 돌려줍니다.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CCECD195-313A-4EE4-8F4A-068B6C59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27324380-246C-455F-9653-045D86D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11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63CF27C0-7108-4505-B0F2-2BAB865F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리스트와 튜플의 순서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0A062B66-F44D-4998-8630-14E65177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544CFF97-F321-4AA6-973A-610F9753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rows = [{'id': 2001}, {'id': 2002}]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params = (24, 2001)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print(params[0], params[1])  # 24 2001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one = (2001,)               # 원소 하나인 튜플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72FF3EAA-6711-4605-ACAB-2C97730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인덱스는 0부터 시작합니다. (2001)은 정수입니다.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UPDATE의 두 ?에는 (학점, 학번) 순서로 전달합니다.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68D66F23-4700-4A91-8C89-BB25D4AA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9364EBEE-CA1F-4E97-A1B3-494509D4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12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F57C2F10-73DC-4725-969A-FF388543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반복문을 한 줄씩 읽기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F0F7684F-7B17-46D9-A328-2AE7C364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E6337E93-3237-46DC-985C-F5A61E1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ids = []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for row in rows: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ids.append(row['id'])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print(ids)  # [2001, 2002]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ids = [row['id'] for row in rows]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FDE81ED-E11E-41F2-95AA-33A0207F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아래 한 줄은 위 반복문과 같은 리스트를 만듭니다.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처음에는 긴 반복문으로 풀어서 읽습니다.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E6D56AC9-348A-45D4-8832-55358C4A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1DD999EE-EBAE-4DD0-A4ED-4603B68B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13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7DE491B8-B29F-4CDF-B525-13FB9324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함수와 return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30BFFB80-7BE8-4A45-B754-F20179B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242D8361-279A-462D-B0C3-B6ECF694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def valid_credits(value, maximum=200):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return type(value) is int and 0 &lt;= value &lt;= maximum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print(valid_credits(12))       # True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print(valid_credits('12'))     # False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print(valid_credits(12, 10))   # False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98D3552D-5F50-4151-8A9C-4BB1FFD7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def는 정의, 함수명(...)은 호출입니다.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return은 값을 돌려주며 print는 화면에 출력합니다.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A7339BC4-43BF-4C65-869B-C528B01C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70F4E9B2-EAEF-445C-93E8-F4C390C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14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81469EAC-1B27-4E8A-9C54-A3ACEF1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import와 파일의 시작 지점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9C9AADCB-D341-4895-9FAF-B16E2527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95CA546B-09D3-4C7F-A393-5AA8B1C5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import json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from repository import Repository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__name__ == '__main__':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main()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A25373A3-510E-4124-8E42-8ECED8B7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import는 다른 모듈의 이름을 가져옵니다.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이 조건은 파일을 직접 실행했을 때만 main을 호출합니다.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EF66FBFF-AC6C-4A0A-BAAF-3759FDDD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D1790733-8A60-49A4-8C77-A6342E1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15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E07CFFFE-080B-4836-A54B-A46FE8D9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클래스와 self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16D12B80-2DBF-4163-B30A-89468A03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5C6778F3-142A-47C2-9E87-CF5C0C53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class Student: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def __init__(self, name):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self.name = name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def greeting(self):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return f'학생: {self.name}'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first = Student('김민지')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print(first.greeting())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8C5FBF58-77D5-4ACA-A0D9-03695786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__init__은 객체의 초기 상태를 설정합니다.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first.greeting()에서 self는 first 객체를 가리킵니다.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9248AD69-46C8-4D35-A43C-B8807152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22939923-768D-4E95-8365-B81161A6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16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43B52D11-999D-45B6-8A84-88B9486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실습의 self.repository 읽기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EAEB5E7C-037E-413E-8E38-D0292A70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186E7DA1-1DCF-45B1-A880-AC543E25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class Service: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def __init__(self, repository):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self.repository = repository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run()의 등록 처리에서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self.repository.add((sid, name, dept, credits))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B103C3D0-59AB-4108-AC63-0169C329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생성 시 받은 저장소를 객체에 기억합니다.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나중에 그 저장소의 add 메서드를 호출합니다.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6ABEDF80-DDE8-4C0F-B446-6BC93BFA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316BC0D7-0D0C-4E30-948E-98FA77C8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17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414796D4-CE49-4804-8D96-000FCE13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예외 처리: try와 except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6288C02C-85BC-40DF-94D3-CD497505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CD5AC581-5542-49AC-A062-E5CD433F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try: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credits = int('열둘')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except ValueError: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print('정수로 바꿀 수 없습니다.')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finally: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print('변환 시도 종료')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A48ADA4A-329E-40C3-898B-99373C8B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raise는 오류를 발생시키고 except는 오류를 처리합니다.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서비스의 입력 오류는 서버에서 HTTP 400으로 바뀝니다.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45D51F8A-CF22-4C24-AEEE-F403549A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7E62D034-C3A0-48F5-B001-B137B17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18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B428B98F-14BC-410E-8E39-513CD318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with의 역할을 나누어 읽기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43A4AFA6-889E-4F2B-A64E-337E9957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B1ACFAF5-970F-474C-A0CF-E54D8628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with closing(self.connect()) as db: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with db: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db.execute(sql, params)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실제 예제는 같은 구조를 한 줄로 씁니다.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with closing(self.connect()) as db, db: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cursor = db.execute(sql, params)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85BFBB38-D9BC-4BC4-8A43-033B5DD6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with db는 열린 트랜잭션을 커밋하거나 롤백합니다.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closing은 마지막에 연결을 닫습니다.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7C0A1099-1F8B-4D0D-A2D6-9C2400FE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C3143173-B3B3-42E8-9B39-086B746F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19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D717254D-C1F8-419E-AFD5-C56DAAA0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JSON과 Python 값의 변환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D4931A21-57DA-4D8D-9F3D-40C8C3E1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기초 · 실제 애플리케이션 코드를 읽기 위한 준비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C5A3C605-2D2A-49AA-ACAA-2695512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body = {'dept_name': None, 'active': True}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wire = json.dumps(body)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print(wire)  # {"dept_name": null, "active": true}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again = json.loads(wire)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print(again['dept_name'] is None)  # True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9C890FB4-6826-4E32-87C0-39F81CFF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Python의 None·True는 JSON에서 null·true입니다.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이제 body['tot_cred']와 params를 실제 코드에서 찾습니다.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53792872-7640-4070-8669-FFD91E84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4D9C1F18-DB8F-4FD7-9F58-C4C26081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20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7777F2C3-181D-40FA-BC7A-BD93C57A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CRUD와 HTTP 요청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2190750"/>
                <a:gridCol w="4829175"/>
              </a:tblGrid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작업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메서드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경로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/api/students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/api/students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학점 수정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/api/students/2001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9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/api/students/2001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F20E07B1-C02B-4402-8525-C504CFE2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브라우저는 SQL 대신 작업 경로와 입력값을 전송합니다.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6A47B45C-0816-4039-84E7-6CDF5D7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C630F1A2-4635-4F81-A01C-ADB9EA84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21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79D751EF-79A1-4C8D-9A7F-2DCAF610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등록과 이름 검색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E4149D87-45BA-4A6B-BBAB-242243DD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62C2E803-D88D-4BF4-8B08-EF6F86E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2001 / O'Brien / 컴퓨터공학 / 12를 입력합니다.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254D98B5-0DA3-4B03-889B-EB7EB72F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확인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F3F0CB72-8D90-4C91-A5F9-1304B1F5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HTTP 201, changes=1, 전체 학생 6명을 확인합니다.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25308ED3-9268-48AA-867C-A0B7396E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검색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CE7C8FAE-1B69-481D-9A8F-BEF84065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이름 O'Brien을 검색하고 한 행이 나오는지 확인합니다.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51546A00-8B84-456B-B263-4D04215E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검색은 부분 일치가 아닌 정확한 이름 일치입니다.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13CD11F7-80C3-4080-A478-D845569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804B02E3-0C73-43A8-A313-E6F118A4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22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EF8087D7-7C8A-4A88-B4A7-F4705935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수정과 삭제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AB7A511D-A21D-473D-80D1-A7C52725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수정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827D68A2-4765-47E9-A200-E6368C73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학번 2001의 학점을 24로 바꿉니다.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75FA4513-4272-43EB-BA86-5CD1D09A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삭제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E7C8DFC0-794B-4AC5-BCFB-3BC52A33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학번 2001을 삭제하고 검색 결과 0행을 확인합니다.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EB697248-CDAB-48AF-9193-4B971289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없는 학생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26E7F080-3720-48A2-9888-8F6794C3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같은 학번을 다시 삭제하면 HTTP 404가 반환됩니다.</a:t>
            </a:r>
          </a:p>
        </p:txBody>
      </p:sp>
      <p:sp>
        <p:nvSpPr>
          <p:cNvPr id="82" name="footer">
            <a:extLst xmlns:a="http://schemas.openxmlformats.org/drawingml/2006/main">
              <a:ext uri="{FF2B5EF4-FFF2-40B4-BE49-F238E27FC236}">
                <a16:creationId xmlns:a16="http://schemas.microsoft.com/office/drawing/2014/main" id="{396DA3C8-F016-49B7-978D-CE7D80EF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3" name="page">
            <a:extLst xmlns:a="http://schemas.openxmlformats.org/drawingml/2006/main">
              <a:ext uri="{FF2B5EF4-FFF2-40B4-BE49-F238E27FC236}">
                <a16:creationId xmlns:a16="http://schemas.microsoft.com/office/drawing/2014/main" id="{E451B3A2-E8A5-4E95-81B5-E5DBA8F2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23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E948764A-94F9-429F-A282-70CD4C8D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코드 파일과 책임</a:t>
            </a:r>
          </a:p>
        </p:txBody>
      </p:sp>
      <p:graphicFrame>
        <p:nvGraphicFramePr>
          <p:cNvPr id="82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2857500"/>
                <a:gridCol w="3829050"/>
              </a:tblGrid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파일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핵심 함수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담당 역할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static/app.js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request · list · render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입력, HTTP, 화면 갱신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server.py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dispatch · send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경로 처리와 JSON 응답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service.py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Service.run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입력 검증과 작업 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repository.py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add · execute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고정 SQL, 바인딩, 저장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er">
            <a:extLst xmlns:a="http://schemas.openxmlformats.org/drawingml/2006/main">
              <a:ext uri="{FF2B5EF4-FFF2-40B4-BE49-F238E27FC236}">
                <a16:creationId xmlns:a16="http://schemas.microsoft.com/office/drawing/2014/main" id="{803DF675-A057-483E-B050-CEE6EB9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8" name="page">
            <a:extLst xmlns:a="http://schemas.openxmlformats.org/drawingml/2006/main">
              <a:ext uri="{FF2B5EF4-FFF2-40B4-BE49-F238E27FC236}">
                <a16:creationId xmlns:a16="http://schemas.microsoft.com/office/drawing/2014/main" id="{6DB4BAEA-B8B0-461E-BF80-E2F853CD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24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756C4AC3-F9EF-4004-AFA0-772C4F80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 요청의 전체 흐름</a:t>
            </a:r>
          </a:p>
        </p:txBody>
      </p:sp>
      <p:graphicFrame>
        <p:nvGraphicFramePr>
          <p:cNvPr id="82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5876925"/>
              </a:tblGrid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전달하는 데이터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브라우저 request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POST /api/students와 JSON 본문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 dispatch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메서드, 학번, Python dict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서비스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검증한 (학번, 이름, 학과, 학점)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저장소 add · execute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INSERT 템플릿과 매개변수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서버 send / 브라우저 render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HTTP 201, 후속 GET과 목록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er">
            <a:extLst xmlns:a="http://schemas.openxmlformats.org/drawingml/2006/main">
              <a:ext uri="{FF2B5EF4-FFF2-40B4-BE49-F238E27FC236}">
                <a16:creationId xmlns:a16="http://schemas.microsoft.com/office/drawing/2014/main" id="{EE15BCFB-8928-4FFA-B0F8-049F35AA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8" name="page">
            <a:extLst xmlns:a="http://schemas.openxmlformats.org/drawingml/2006/main">
              <a:ext uri="{FF2B5EF4-FFF2-40B4-BE49-F238E27FC236}">
                <a16:creationId xmlns:a16="http://schemas.microsoft.com/office/drawing/2014/main" id="{F53E9E14-3C8B-45CD-BF03-E87267E0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25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E0F7B5F8-EC5E-43DE-B4AD-86AC94A9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객체를 연결하는 시작 코드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AA2BBCFA-D342-4910-8386-07A485C9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server.py · make_server()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88CBA273-0316-4577-9E52-D351B8CD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repository = Repository(db_path)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repository.initialize()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server = ThreadingHTTPServer(('127.0.0.1', port), Handler)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server.service = Service(repository)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server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8E9C04AF-5D30-41F0-B90D-B17369C2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서비스에 저장소 객체를 전달합니다.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HTTP 처리와 SQL 실행을 파일별로 나누어 읽습니다.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F544999C-E995-4F71-9EF9-F1698BFD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10542699-B547-4FEF-955C-5006A33B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26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89ACF372-0FFF-4BD9-9AF7-6E3E677A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폼 제출과 입력값 변환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6763FA1F-E3F4-4915-A7DF-149A09F2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static/app.js · add-form 이벤트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17D72053-B043-44D1-8584-FC0490B9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$('add-form').onsubmit = (event) =&gt; {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event.preventDefault();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action(async () =&gt; {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const form = new FormData(event.target);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F3E1F2C-FF09-4790-9BFD-AE972423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preventDefault는 기본 폼 제출을 막습니다.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FormData는 입력창의 name 속성으로 값을 읽습니다.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464987B3-7F38-4BDA-8850-A590721F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FDA0B218-D04B-4224-9EB5-5268DED9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27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D599C47C-2167-4C2C-AAFB-2F76A6B2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 요청의 본문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1A430733-2A96-474B-B852-76E85B84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static/app.js · POST 호출 · 줄바꿈 조정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9FCE3539-1BE5-41FC-A8DB-90E8D3E5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await request('POST', '/api/students', {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id: Number(form.get('id')),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name: form.get('name'),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dept_name: form.get('dept_name') || null,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tot_cred: Number(form.get('tot_cred'))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});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await list(false);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C0F5764B-0DFB-45A1-AB83-E84BAEF1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숫자와 null로 변환한 값을 서버에 보냅니다.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 성공 뒤에 별도 GET으로 목록을 갱신합니다.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A30A2C53-00F3-443D-B7B1-90CA8C1E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8EA1B64D-EBDA-48E7-80B6-90C66C56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28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055AAC01-BF61-47A7-A88C-7C4CE6B4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JSON 직렬화와 비동기 요청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F86A149B-B2A6-40C6-B3C6-306CF52D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static/app.js · request()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78C5AA4B-6360-4573-B6DB-60C38F00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const options = {method, headers: {}};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(body !== undefined) {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options.headers['Content-Type'] = 'application/json';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options.body = JSON.stringify(body);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// 관찰창 표시 코드는 생략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const response = await fetch(path, options);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const data = await response.json();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8E02CB23-EACC-428A-ACDF-85E71334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객체를 JSON 문자열로 보내고 응답 JSON을 읽습니다.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두 프로세스가 같은 객체를 공유하는 것은 아닙니다.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C967E0A5-2D05-4B27-9087-D5D5B5EE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21FF9960-E4D4-45AB-B38A-46FA1EC0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29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2071A94C-DD35-4CE0-8D58-89F66DB0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HTTP 메서드와 경로 처리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FFF02BF8-F466-4E57-98A4-34D7F8CC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server.py · Handler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8980B577-A930-4A9F-9C50-CA3D9269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do_GET = do_POST = do_PATCH = do_DELETE = dispatch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dispatch() 안의 경로 처리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route = re.fullmatch(r'/api/students(?:/([0-9]+))?', url.path)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경로 오류 처리는 생략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sid = int(route[1]) if route[1] else None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82B4CBB8-94F3-40B3-975F-9BEB904E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GET·POST·PATCH·DELETE가 dispatch를 사용합니다.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목록 경로는 sid=None, /2001 경로는 sid=2001입니다.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601A4574-424E-468F-97DB-C0091872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05B50B48-3123-4DF2-871E-D1B9E135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30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F1CF445C-EEDD-4C7D-96A0-8161FF5E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요청 JSON을 Python 값으로 읽기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4016A70B-F9D3-4AAE-B243-B01E3F8E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server.py · dispatch()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582A099A-FF22-4E14-AC63-26EBE2FF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length = int(self.headers.get('Content-Length', '0'))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not 0 &lt; length &lt;= 8192: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raise InputError('요청 본문은 1~8192바이트여야 합니다.')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body = json.loads(self.rfile.read(length))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0E64D878-B1ED-41CD-A6CF-6D0BFFD1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JSON의 숫자는 Python 숫자, null은 None이 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변환한 본문을 Service.run에 전달합니다.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48E5CD1D-594B-4EFF-A11D-74DECF22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313F9816-A701-4FFE-AA53-85705E11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31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9AAC058D-8223-4AA9-AF37-A67E2195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서버의 학점 검증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2379DD17-360C-434B-86A1-3C1D26EC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service.py · integer()와 호출 부분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DAA4B364-19B0-4BFF-B46C-F31A2087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def integer(value, label, minimum, maximum):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if type(value) is not int or not minimum &lt;= value &lt;= maximum: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raise InputError(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    f'{label}: {minimum}~{maximum} '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    '범위의 정수가 필요합니다.')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return 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credits = integer(body['tot_cred'], '이수 학점', 0, 200)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ED3F14CF-6B39-4EED-AE16-AE24C9D8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학점 201은 SQL 실행 전에 거부합니다.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화면 검사를 우회한 요청도 서버에서 확인합니다.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424B06FF-66FA-4526-8B78-25AF8A7C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8D0B2EE4-3795-405F-BD1E-734E6350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32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195449D3-D584-4768-B0AA-3ADF84BF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서비스가 저장소에 전달하는 값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114EECC8-8569-45D6-AE1A-A52D3159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service.py · Service.run()의 POST 분기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CE993A8B-9E3A-4863-B060-5D662ADA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sid = integer(body['id'], '학번', 1, 2147483647)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name = text(body['name'], '이름')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dept = body['dept_name']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dept is not None: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dept = text(dept, '학과')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self.repository.add((sid, name, dept, credits))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65A98CCC-B6D6-40F6-8E5D-221ED29A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필드 검증을 끝내고 값 튜플을 전달합니다.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튜플 순서는 INSERT 열 순서와 같아야 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A5DF50D5-FE2A-44A8-AB09-781D085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2C966B8F-4E39-4E10-95FB-0FD63326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33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BB02B831-81F3-4A6B-9733-8FC8B229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SQLite 연결과 외래키 설정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A027670A-9FDF-4B02-806F-02417265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connect()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26CB922D-6FA8-4A1E-BF8E-773BAE80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db = sqlite3.connect(self.path, timeout=3)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db.row_factory = sqlite3.Row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db.execute('PRAGMA foreign_keys = ON')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db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27AFF3F-E140-4EF3-AF06-9F8396EE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외래키 검사는 새 연결마다 켭니다.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sqlite3.Row는 조회 행을 열 이름으로 다루게 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504BE7CC-09B3-4350-B1E7-72FDCBE8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FDA234B2-23AF-46EA-AF21-2E7523E3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34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94F442CF-7F6A-4174-97C1-D534BA89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SQL과 매개변수를 나누어 실행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5EA466C1-7A01-4F1E-9457-0FD72184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add() 호출 내용 · 줄바꿈 조정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8044BBAD-8286-4FF3-BF8B-32AE92E0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self.execute(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'INSERT INTO student(id, name, dept_name, tot_cred) '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'VALUES (?, ?, ?, ?)',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values, True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BE738982-9ABB-42C7-9204-386B5C99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values = (2001, "O'Brien", "컴퓨터공학", 12)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SQL의 네 자리와 튜플의 네 값을 순서대로 연결합니다.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178E0B69-FB70-4230-AEC6-69023D93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AEB8839D-1F9F-473A-8C7E-639C036B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35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2F844355-4DB4-43F0-AAA6-8CC5290A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실행 결과와 변경 행 수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AB1A968E-5A2F-426B-8600-D7EB2F14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execute()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0BBFF24F-96E1-4284-932F-9BE7640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with closing(self.connect()) as db, db: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cursor = db.execute(sql, params)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rows = [] if write else [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    dict(row) for row in cursor.fetchall()]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changes = cursor.rowcount if write else 0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9B0CA092-E8B5-4AD1-A86F-79E1BD76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SELECT는 rows로, DML은 changes로 결과를 확인합니다.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SQL 템플릿과 params를 execute에 별도로 전달합니다.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16F380BE-EBE5-4926-83BD-DC11AE2D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6170CC90-5D42-46F5-AF49-E113560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36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E13230D6-B3C8-46B7-BD45-F2F4CAF8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커밋·롤백·연결 해제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12B10E8E-EA9E-4534-A8DE-DC6603A1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with db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79DAFF29-6F98-440B-8A6F-BC083761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정상 종료는 커밋, 예외 전파는 롤백을 처리합니다.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F622AE4A-DBF4-4BAF-8BF7-5BBA64C1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closing(connection)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548DD72A-7ABD-42A3-A12D-64D61B8F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마지막에 SQLite 연결을 닫습니다.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77D4C31B-F15D-4E94-9950-B0B89749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오류 전파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43650675-C6C5-45CC-AA66-4194CA27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DB 예외를 HTTP 처리기까지 전달해 오류 응답을 만듭니다.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4C716A52-180B-42B6-B8E1-74F7EA42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연결의 with만 사용해도 연결이 자동으로 닫힌다고 가정하지 않습니다.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E65EFCC6-CDC5-409F-AABC-5AA30714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DA9377E0-C0F9-4D7C-8023-2DA2CDEF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37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F1A8FEF5-508A-4124-B426-B02B88D2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UPDATE와 DELETE의 바인딩 순서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0764B6C9-5EB8-4CFF-A4EB-8DAA90F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update(), delete() · 줄바꿈 조정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2B452F15-2138-4098-9255-7119EF80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self.execute(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'UPDATE student SET tot_cred = ? WHERE id = ?',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(credits, student_id), 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self.execute(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'DELETE FROM student WHERE id = ?', (student_id,), True)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CA3708A8-137C-4CFC-AC95-CD7E1B99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학번 2001을 24학점으로 수정할 params는 (24, 2001)입니다.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원소 하나인 튜플에는 쉼표가 필요합니다.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2E6B62A0-C752-4B93-93D9-E068C02F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9553F990-7CAF-404D-B3EB-E95674B1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38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69CD3F75-C4DC-4561-9F7B-DDEB17E3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없는 학생과 변경 행 수 0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D1D8D6D3-67A3-44EB-9330-8EFFBDED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service.py · Service.run()의 공통 처리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D383E04A-9A3C-4F7A-A477-3D9997E0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not result['changes']: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raise NotFound('해당 학생이 없습니다.')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return result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17352DFA-5CEB-48B8-A38D-A9EA3D4F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0행 UPDATE·DELETE는 SQLite 실행 오류가 아닐 수 있습니다.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서비스가 0행을 해석하여 HTTP 404로 바꿉니다.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7D6EC4AD-96FF-4A0A-8C6A-FCE47665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E797640A-9BA7-46DF-9C09-FB54FE5C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39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D03B730F-C255-4921-B75D-D78729D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오류 발생 계층</a:t>
            </a:r>
          </a:p>
        </p:txBody>
      </p:sp>
      <p:graphicFrame>
        <p:nvGraphicFramePr>
          <p:cNvPr id="83" name=""/>
          <p:cNvGraphicFramePr/>
          <p:nvPr/>
        </p:nvGraphicFramePr>
        <p:xfrm>
          <a:off xmlns:a="http://schemas.openxmlformats.org/drawingml/2006/main" x="431959" y="1514475"/>
          <a:ext xmlns:a="http://schemas.openxmlformats.org/drawingml/2006/main" cx="9210675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143250"/>
                <a:gridCol w="2257425"/>
              </a:tblGrid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실험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01216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발생 계층</a:t>
                      </a:r>
                    </a:p>
                  </a:txBody>
                  <a:tcPr marL="91440" marR="91440" marT="45720" marB="45720" anchor="ctr">
                    <a:solidFill>
                      <a:srgbClr val="F7EEE7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학번 2001 중복 등록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409 · PK 위반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데이터베이스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API로 학점 201 전송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400 · 범위 검사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애플리케이션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없는 학과로 등록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409 · FK 위반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데이터베이스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없는 학생 수정·삭제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404 · 대상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7620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57A5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애플리케이션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foot">
            <a:extLst xmlns:a="http://schemas.openxmlformats.org/drawingml/2006/main">
              <a:ext uri="{FF2B5EF4-FFF2-40B4-BE49-F238E27FC236}">
                <a16:creationId xmlns:a16="http://schemas.microsoft.com/office/drawing/2014/main" id="{290A3244-F539-4D05-84C9-C0BFFC36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실습지 4번의 요청을 실행하고 실패 후 데이터가 유지되는지 확인합니다.</a:t>
            </a:r>
          </a:p>
        </p:txBody>
      </p:sp>
      <p:sp>
        <p:nvSpPr>
          <p:cNvPr id="78" name="footer">
            <a:extLst xmlns:a="http://schemas.openxmlformats.org/drawingml/2006/main">
              <a:ext uri="{FF2B5EF4-FFF2-40B4-BE49-F238E27FC236}">
                <a16:creationId xmlns:a16="http://schemas.microsoft.com/office/drawing/2014/main" id="{86BAF0CD-A9C3-412D-A01B-E86EE08D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79" name="page">
            <a:extLst xmlns:a="http://schemas.openxmlformats.org/drawingml/2006/main">
              <a:ext uri="{FF2B5EF4-FFF2-40B4-BE49-F238E27FC236}">
                <a16:creationId xmlns:a16="http://schemas.microsoft.com/office/drawing/2014/main" id="{55A4858F-DFF6-489C-B835-806926AB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40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8348E297-CC0B-4E0B-961F-A2E1E76C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응답의 HTTP 상태와 본문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065D5D14-B719-4A61-8DC5-3510722A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server.py · dispatch(), send()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292F7A91-BDBA-4AA7-82DE-44EA52BB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result.update(ok=True)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self.send(201 if self.command == 'POST' else 200, result)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send() 안에서 JSON 바이트를 만든 뒤 전송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self.send_response(status)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self.end_headers()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self.wfile.write(data)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54D194DC-6FD8-46D6-88A5-4C669D7C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Python dict를 JSON 바이트로 바꾸어 브라우저에 보냅니다.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상태 코드와 응답 본문은 서로 다른 부분입니다.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127EB74E-A1BE-445A-9674-80DE1EF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C41FC742-5973-417B-93EC-B024ECC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41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6ADF704C-ED36-405F-B751-87A3035B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오류 응답 검사와 화면 갱신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C044D3C8-8BFB-467B-B280-FF340C31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static/app.js · request(), render() 발췌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37B9D5EB-9467-4224-9A31-5E812681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if (!response.ok)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throw new Error(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    `HTTP ${response.status} · ${data.error}`);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// render()는 값으로 HTML을 조립하지 않습니다.</a:t>
            </a:r>
          </a:p>
          <a:p xmlns:a="http://schemas.openxmlformats.org/drawingml/2006/main">
            <a:pPr algn="l">
              <a:defRPr sz="175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75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td.textContent = row[key] === null ? '미정 (NULL)' : row[key];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E4653CAB-7E8A-40CC-9C3E-D5D7BF00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fetch는 HTTP 409를 받아도 응답을 반환할 수 있습니다.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textContent는 학생 이름을 HTML 대신 텍스트로 표시합니다.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306F45DE-1D4C-415B-A98B-F4610C3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3B5DAEBD-D4BD-4519-A5B4-E3EAA71B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42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9401B077-4C01-4980-B2B3-9A14D74E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NULL과 SQL처럼 보이는 이름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98D1D2E4-6580-4CC6-9A40-93A140A1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NULL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956806E4-2AF3-4704-A692-ADA860BC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2002 / 가상학생 / 미정 (NULL) / 0을 등록합니다.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C2FF347C-2724-4BC3-9A44-66577590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문자열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7D230AAE-B843-4AD5-AD7D-D6F08CC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2003의 이름을 x' OR 1=1 -- 로 등록합니다.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C33EAE78-3270-42F3-BC88-509AA6BE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검색 결과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F405A11E-40AB-4C2E-9033-1285E0EB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같은 이름을 검색하면 2003 학생 한 명만 나옵니다.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273D5E3B-4828-45BE-A579-26DDBA70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요청 JSON의 null과 문자열 "NULL"은 다른 값입니다.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AAC76E36-2DF4-4B3A-A298-3565083A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84CA2C2C-D213-490D-B3AA-6CD3676C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43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BE53D7A9-E8DB-45F0-B2BA-BEC472F7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확장 과제: 이름 접두어 검색</a:t>
            </a:r>
          </a:p>
        </p:txBody>
      </p:sp>
      <p:sp>
        <p:nvSpPr>
          <p:cNvPr id="76" name="lead">
            <a:extLst xmlns:a="http://schemas.openxmlformats.org/drawingml/2006/main">
              <a:ext uri="{FF2B5EF4-FFF2-40B4-BE49-F238E27FC236}">
                <a16:creationId xmlns:a16="http://schemas.microsoft.com/office/drawing/2014/main" id="{59C6FB14-EFC5-488F-8057-B272FE48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257300"/>
            <a:ext cx="922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repository.py · Repository.list()의 조건과 params 변경</a:t>
            </a:r>
          </a:p>
        </p:txBody>
      </p:sp>
      <p:sp>
        <p:nvSpPr>
          <p:cNvPr id="77" name="code">
            <a:extLst xmlns:a="http://schemas.openxmlformats.org/drawingml/2006/main">
              <a:ext uri="{FF2B5EF4-FFF2-40B4-BE49-F238E27FC236}">
                <a16:creationId xmlns:a16="http://schemas.microsoft.com/office/drawing/2014/main" id="{8003AF44-2ED0-4531-BAE0-2F431903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733550"/>
            <a:ext cx="9220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변경할 SQL 조건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WHERE substr(name, 1, length(?)) = 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# 이름 조건이 있을 때 전달할 값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57A5"/>
                </a:solidFill>
                <a:latin typeface="Menlo"/>
                <a:ea typeface="Menlo"/>
                <a:cs typeface="Menlo"/>
              </a:rPr>
              <a:t>(name, name)</a:t>
            </a:r>
          </a:p>
        </p:txBody>
      </p:sp>
      <p:sp>
        <p:nvSpPr>
          <p:cNvPr id="78" name="after">
            <a:extLst xmlns:a="http://schemas.openxmlformats.org/drawingml/2006/main">
              <a:ext uri="{FF2B5EF4-FFF2-40B4-BE49-F238E27FC236}">
                <a16:creationId xmlns:a16="http://schemas.microsoft.com/office/drawing/2014/main" id="{62E52BBB-3D28-485A-97D7-BE6D5CF6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276725"/>
            <a:ext cx="9220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초기 데이터에서 김을 검색하면 김민지 1명이 나옵니다.</a:t>
            </a:r>
          </a:p>
          <a:p xmlns:a="http://schemas.openxmlformats.org/drawingml/2006/main">
            <a:pPr algn="l">
              <a:def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두 개의 ?에 각각 같은 이름을 전달합니다.</a:t>
            </a:r>
          </a:p>
        </p:txBody>
      </p:sp>
      <p:sp>
        <p:nvSpPr>
          <p:cNvPr id="79" name="footer">
            <a:extLst xmlns:a="http://schemas.openxmlformats.org/drawingml/2006/main">
              <a:ext uri="{FF2B5EF4-FFF2-40B4-BE49-F238E27FC236}">
                <a16:creationId xmlns:a16="http://schemas.microsoft.com/office/drawing/2014/main" id="{95DD8DDA-ED13-467F-A583-D86C0A66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0" name="page">
            <a:extLst xmlns:a="http://schemas.openxmlformats.org/drawingml/2006/main">
              <a:ext uri="{FF2B5EF4-FFF2-40B4-BE49-F238E27FC236}">
                <a16:creationId xmlns:a16="http://schemas.microsoft.com/office/drawing/2014/main" id="{E489CECB-3A51-4E7A-80B2-BB6FC266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44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4EA87F2-0E51-4ED0-BBC2-92A6C72A6D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2000" y="407520"/>
            <a:ext cx="9216000" cy="625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t/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A85154A-8A25-4DBE-9C45-C02A41C6A79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432000" y="1440000"/>
            <a:ext cx="9216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 algn="l">
              <a:spcBef>
                <a:spcPts val="1417"/>
              </a:spcBef>
              <a:buNone/>
            </a:pPr>
            <a:r>
              <a:t/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2FF942EB-4E65-4491-A77E-1FBBA7C3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409575"/>
            <a:ext cx="9220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코드 설명과 수정 결과 제출</a:t>
            </a:r>
          </a:p>
        </p:txBody>
      </p:sp>
      <p:sp>
        <p:nvSpPr>
          <p:cNvPr id="76" name="item-0-label">
            <a:extLst xmlns:a="http://schemas.openxmlformats.org/drawingml/2006/main">
              <a:ext uri="{FF2B5EF4-FFF2-40B4-BE49-F238E27FC236}">
                <a16:creationId xmlns:a16="http://schemas.microsoft.com/office/drawing/2014/main" id="{6D5A35A5-3595-441B-BABB-58901D9A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49542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기초 확인</a:t>
            </a:r>
          </a:p>
        </p:txBody>
      </p:sp>
      <p:sp>
        <p:nvSpPr>
          <p:cNvPr id="77" name="item-0-body">
            <a:extLst xmlns:a="http://schemas.openxmlformats.org/drawingml/2006/main">
              <a:ext uri="{FF2B5EF4-FFF2-40B4-BE49-F238E27FC236}">
                <a16:creationId xmlns:a16="http://schemas.microsoft.com/office/drawing/2014/main" id="{0E99A592-CCC0-404B-8AFB-3902D03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183832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dict 접근, 튜플 순서, self, with를 한 문장씩 설명합니다.</a:t>
            </a:r>
          </a:p>
        </p:txBody>
      </p:sp>
      <p:sp>
        <p:nvSpPr>
          <p:cNvPr id="78" name="item-1-label">
            <a:extLst xmlns:a="http://schemas.openxmlformats.org/drawingml/2006/main">
              <a:ext uri="{FF2B5EF4-FFF2-40B4-BE49-F238E27FC236}">
                <a16:creationId xmlns:a16="http://schemas.microsoft.com/office/drawing/2014/main" id="{4E02FDEA-9657-4843-87A1-35E2E275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5717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요청 추적</a:t>
            </a:r>
          </a:p>
        </p:txBody>
      </p:sp>
      <p:sp>
        <p:nvSpPr>
          <p:cNvPr id="79" name="item-1-body">
            <a:extLst xmlns:a="http://schemas.openxmlformats.org/drawingml/2006/main">
              <a:ext uri="{FF2B5EF4-FFF2-40B4-BE49-F238E27FC236}">
                <a16:creationId xmlns:a16="http://schemas.microsoft.com/office/drawing/2014/main" id="{5B76BFBF-2309-4769-B0DB-0A27B8C3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2914650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등록 요청의 파일·함수와 입력값을 기록합니다.</a:t>
            </a:r>
          </a:p>
        </p:txBody>
      </p:sp>
      <p:sp>
        <p:nvSpPr>
          <p:cNvPr id="80" name="item-2-label">
            <a:extLst xmlns:a="http://schemas.openxmlformats.org/drawingml/2006/main">
              <a:ext uri="{FF2B5EF4-FFF2-40B4-BE49-F238E27FC236}">
                <a16:creationId xmlns:a16="http://schemas.microsoft.com/office/drawing/2014/main" id="{6F8B26AB-78AF-4939-A138-389BD356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648075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00" b="1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확장 과제</a:t>
            </a:r>
          </a:p>
        </p:txBody>
      </p:sp>
      <p:sp>
        <p:nvSpPr>
          <p:cNvPr id="81" name="item-2-body">
            <a:extLst xmlns:a="http://schemas.openxmlformats.org/drawingml/2006/main">
              <a:ext uri="{FF2B5EF4-FFF2-40B4-BE49-F238E27FC236}">
                <a16:creationId xmlns:a16="http://schemas.microsoft.com/office/drawing/2014/main" id="{7BB91EC2-5FE7-445F-868E-682D726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3990975"/>
            <a:ext cx="9220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00" b="0">
                <a:solidFill>
                  <a:srgbClr val="1557A5"/>
                </a:solidFill>
                <a:latin typeface="Noto Sans CJK KR"/>
                <a:ea typeface="Noto Sans CJK KR"/>
                <a:cs typeface="Noto Sans CJK KR"/>
              </a:rPr>
              <a:t>접두어 검색 코드 수정은 수업 후 선택 과제로 진행합니다.</a:t>
            </a:r>
          </a:p>
        </p:txBody>
      </p:sp>
      <p:sp>
        <p:nvSpPr>
          <p:cNvPr id="82" name="foot">
            <a:extLst xmlns:a="http://schemas.openxmlformats.org/drawingml/2006/main">
              <a:ext uri="{FF2B5EF4-FFF2-40B4-BE49-F238E27FC236}">
                <a16:creationId xmlns:a16="http://schemas.microsoft.com/office/drawing/2014/main" id="{2F9CD7CA-6D90-4376-85C8-CB5EEF7F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010150"/>
            <a:ext cx="9220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PYTHON_PRIMER.md · CODE_WALKTHROUGH.md · WORKSHEET.md</a:t>
            </a:r>
          </a:p>
        </p:txBody>
      </p:sp>
      <p:sp>
        <p:nvSpPr>
          <p:cNvPr id="83" name="footer">
            <a:extLst xmlns:a="http://schemas.openxmlformats.org/drawingml/2006/main">
              <a:ext uri="{FF2B5EF4-FFF2-40B4-BE49-F238E27FC236}">
                <a16:creationId xmlns:a16="http://schemas.microsoft.com/office/drawing/2014/main" id="{0B0541FE-C9E4-4CC3-8555-C444933F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9" y="549592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Week 3-2  애플리케이션 실습</a:t>
            </a:r>
          </a:p>
        </p:txBody>
      </p:sp>
      <p:sp>
        <p:nvSpPr>
          <p:cNvPr id="84" name="page">
            <a:extLst xmlns:a="http://schemas.openxmlformats.org/drawingml/2006/main">
              <a:ext uri="{FF2B5EF4-FFF2-40B4-BE49-F238E27FC236}">
                <a16:creationId xmlns:a16="http://schemas.microsoft.com/office/drawing/2014/main" id="{49E1FBCA-0F1A-4A53-9341-E6DD8A03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959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50" b="0">
                <a:solidFill>
                  <a:srgbClr val="5F6670"/>
                </a:solidFill>
                <a:latin typeface="Noto Sans CJK KR"/>
                <a:ea typeface="Noto Sans CJK KR"/>
                <a:cs typeface="Noto Sans CJK KR"/>
              </a:rPr>
              <a:t>45 / 45</a:t>
            </a:r>
          </a:p>
        </p:txBody>
      </p:sp>
    </p:spTree>
    <p:extLst>
      <p:ext uri="{BB962C8B-B14F-4D97-AF65-F5344CB8AC3E}">
        <p14:creationId xmlns:p14="http://schemas.microsoft.com/office/powerpoint/2010/main" val="554465118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2026-09-18T01:27:09.8510000Z</dcterms:created>
  <dcterms:modified xsi:type="dcterms:W3CDTF">2026-09-18T01:27:09.8510000Z</dcterms:modified>
</coreProperties>
</file>